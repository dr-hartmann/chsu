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70" r:id="rId5"/>
    <p:sldId id="268" r:id="rId6"/>
    <p:sldId id="267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4127">
          <p15:clr>
            <a:srgbClr val="000000"/>
          </p15:clr>
        </p15:guide>
        <p15:guide id="4" orient="horz" pos="199">
          <p15:clr>
            <a:srgbClr val="000000"/>
          </p15:clr>
        </p15:guide>
        <p15:guide id="5" pos="192">
          <p15:clr>
            <a:srgbClr val="000000"/>
          </p15:clr>
        </p15:guide>
        <p15:guide id="6" pos="7487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eLquoXCZfr4elYq0BIQhQBlmY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>
        <p:guide orient="horz" pos="2160"/>
        <p:guide pos="3840"/>
        <p:guide orient="horz" pos="4127"/>
        <p:guide orient="horz" pos="199"/>
        <p:guide pos="192"/>
        <p:guide pos="748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c2e3e0a0a0_1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2c2e3e0a0a0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c2e3e0a0a0_1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2c2e3e0a0a0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611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5413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c2e3e0a0a0_1_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c2e3e0a0a0_1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(заголовок)">
  <p:cSld name="Титульный слайд (заголовок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>
            <a:spLocks noGrp="1"/>
          </p:cNvSpPr>
          <p:nvPr>
            <p:ph type="title"/>
          </p:nvPr>
        </p:nvSpPr>
        <p:spPr>
          <a:xfrm>
            <a:off x="881961" y="3937687"/>
            <a:ext cx="6483181" cy="145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ubTitle" idx="1"/>
          </p:nvPr>
        </p:nvSpPr>
        <p:spPr>
          <a:xfrm>
            <a:off x="881961" y="5395784"/>
            <a:ext cx="5368842" cy="1046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объект 2">
  <p:cSld name="Заголовок и объект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body" idx="1"/>
          </p:nvPr>
        </p:nvSpPr>
        <p:spPr>
          <a:xfrm>
            <a:off x="527221" y="1598613"/>
            <a:ext cx="11358391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Иллюстрация">
  <p:cSld name="Иллюстрация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1"/>
          </p:nvPr>
        </p:nvSpPr>
        <p:spPr>
          <a:xfrm>
            <a:off x="527050" y="1598141"/>
            <a:ext cx="5165725" cy="454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>
            <a:spLocks noGrp="1"/>
          </p:cNvSpPr>
          <p:nvPr>
            <p:ph type="pic" idx="2"/>
          </p:nvPr>
        </p:nvSpPr>
        <p:spPr>
          <a:xfrm>
            <a:off x="6045886" y="1606550"/>
            <a:ext cx="4548188" cy="4546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Два объекта 2">
  <p:cSld name="Два объекта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1"/>
          </p:nvPr>
        </p:nvSpPr>
        <p:spPr>
          <a:xfrm>
            <a:off x="527222" y="1594494"/>
            <a:ext cx="5609968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2"/>
          </p:nvPr>
        </p:nvSpPr>
        <p:spPr>
          <a:xfrm>
            <a:off x="6275645" y="1594494"/>
            <a:ext cx="5609968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онтакты">
  <p:cSld name="Контакты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8" name="Google Shape;38;p11"/>
          <p:cNvSpPr>
            <a:spLocks noGrp="1"/>
          </p:cNvSpPr>
          <p:nvPr>
            <p:ph type="pic" idx="2"/>
          </p:nvPr>
        </p:nvSpPr>
        <p:spPr>
          <a:xfrm>
            <a:off x="738392" y="1839386"/>
            <a:ext cx="2097023" cy="2099074"/>
          </a:xfrm>
          <a:prstGeom prst="ellipse">
            <a:avLst/>
          </a:prstGeom>
          <a:noFill/>
          <a:ln>
            <a:noFill/>
          </a:ln>
        </p:spPr>
      </p:sp>
      <p:sp>
        <p:nvSpPr>
          <p:cNvPr id="39" name="Google Shape;39;p11"/>
          <p:cNvSpPr txBox="1">
            <a:spLocks noGrp="1"/>
          </p:cNvSpPr>
          <p:nvPr>
            <p:ph type="body" idx="1"/>
          </p:nvPr>
        </p:nvSpPr>
        <p:spPr>
          <a:xfrm>
            <a:off x="527222" y="4020796"/>
            <a:ext cx="2519362" cy="160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3402442" y="4020796"/>
            <a:ext cx="2519362" cy="160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277662" y="4020796"/>
            <a:ext cx="2519362" cy="160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5"/>
          </p:nvPr>
        </p:nvSpPr>
        <p:spPr>
          <a:xfrm>
            <a:off x="9152883" y="4020796"/>
            <a:ext cx="2519362" cy="160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>
            <a:spLocks noGrp="1"/>
          </p:cNvSpPr>
          <p:nvPr>
            <p:ph type="pic" idx="6"/>
          </p:nvPr>
        </p:nvSpPr>
        <p:spPr>
          <a:xfrm>
            <a:off x="3613612" y="1847624"/>
            <a:ext cx="2097023" cy="2099074"/>
          </a:xfrm>
          <a:prstGeom prst="ellipse">
            <a:avLst/>
          </a:prstGeom>
          <a:noFill/>
          <a:ln>
            <a:noFill/>
          </a:ln>
        </p:spPr>
      </p:sp>
      <p:sp>
        <p:nvSpPr>
          <p:cNvPr id="44" name="Google Shape;44;p11"/>
          <p:cNvSpPr>
            <a:spLocks noGrp="1"/>
          </p:cNvSpPr>
          <p:nvPr>
            <p:ph type="pic" idx="7"/>
          </p:nvPr>
        </p:nvSpPr>
        <p:spPr>
          <a:xfrm>
            <a:off x="6488832" y="1806435"/>
            <a:ext cx="2097023" cy="2099074"/>
          </a:xfrm>
          <a:prstGeom prst="ellipse">
            <a:avLst/>
          </a:prstGeom>
          <a:noFill/>
          <a:ln>
            <a:noFill/>
          </a:ln>
        </p:spPr>
      </p:sp>
      <p:sp>
        <p:nvSpPr>
          <p:cNvPr id="45" name="Google Shape;45;p11"/>
          <p:cNvSpPr>
            <a:spLocks noGrp="1"/>
          </p:cNvSpPr>
          <p:nvPr>
            <p:ph type="pic" idx="8"/>
          </p:nvPr>
        </p:nvSpPr>
        <p:spPr>
          <a:xfrm>
            <a:off x="9364053" y="1798198"/>
            <a:ext cx="2097023" cy="2099074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">
  <p:cSld name="Только заголовок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 2">
  <p:cSld name="Только заголовок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объект">
  <p:cSld name="Заголовок и объект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527222" y="1598613"/>
            <a:ext cx="11358391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Два объекта">
  <p:cSld name="Два объекта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527222" y="1594494"/>
            <a:ext cx="5609968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2"/>
          </p:nvPr>
        </p:nvSpPr>
        <p:spPr>
          <a:xfrm>
            <a:off x="6275645" y="1594494"/>
            <a:ext cx="5609968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 3">
  <p:cSld name="Два объекта 3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519113" y="4168345"/>
            <a:ext cx="11366500" cy="1960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527222" y="1598729"/>
            <a:ext cx="11358391" cy="2388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">
  <p:cSld name="Таблица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527222" y="1623304"/>
            <a:ext cx="11358391" cy="104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рисунка">
  <p:cSld name="Два рисунка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0" name="Google Shape;80;p18"/>
          <p:cNvSpPr>
            <a:spLocks noGrp="1"/>
          </p:cNvSpPr>
          <p:nvPr>
            <p:ph type="pic" idx="2"/>
          </p:nvPr>
        </p:nvSpPr>
        <p:spPr>
          <a:xfrm>
            <a:off x="531341" y="1523699"/>
            <a:ext cx="5609967" cy="3419003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>
            <a:off x="539535" y="4962868"/>
            <a:ext cx="5593578" cy="115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>
            <a:spLocks noGrp="1"/>
          </p:cNvSpPr>
          <p:nvPr>
            <p:ph type="pic" idx="3"/>
          </p:nvPr>
        </p:nvSpPr>
        <p:spPr>
          <a:xfrm>
            <a:off x="6275646" y="1523699"/>
            <a:ext cx="5609967" cy="3419003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8"/>
          <p:cNvSpPr txBox="1">
            <a:spLocks noGrp="1"/>
          </p:cNvSpPr>
          <p:nvPr>
            <p:ph type="body" idx="4"/>
          </p:nvPr>
        </p:nvSpPr>
        <p:spPr>
          <a:xfrm>
            <a:off x="6283839" y="4962868"/>
            <a:ext cx="5601773" cy="115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ри объекта">
  <p:cSld name="Три объекта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527222" y="1553305"/>
            <a:ext cx="3598348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4407243" y="1553305"/>
            <a:ext cx="3598348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3"/>
          </p:nvPr>
        </p:nvSpPr>
        <p:spPr>
          <a:xfrm>
            <a:off x="8287265" y="1553305"/>
            <a:ext cx="3598348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Шаги">
  <p:cSld name="Шаги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>
            <a:spLocks noGrp="1"/>
          </p:cNvSpPr>
          <p:nvPr>
            <p:ph type="pic" idx="2"/>
          </p:nvPr>
        </p:nvSpPr>
        <p:spPr>
          <a:xfrm>
            <a:off x="675502" y="2088399"/>
            <a:ext cx="996950" cy="996950"/>
          </a:xfrm>
          <a:prstGeom prst="ellipse">
            <a:avLst/>
          </a:prstGeom>
          <a:noFill/>
          <a:ln>
            <a:noFill/>
          </a:ln>
        </p:spPr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1869817" y="1722480"/>
            <a:ext cx="4119563" cy="172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>
            <a:spLocks noGrp="1"/>
          </p:cNvSpPr>
          <p:nvPr>
            <p:ph type="pic" idx="3"/>
          </p:nvPr>
        </p:nvSpPr>
        <p:spPr>
          <a:xfrm>
            <a:off x="6275173" y="2088399"/>
            <a:ext cx="996950" cy="996950"/>
          </a:xfrm>
          <a:prstGeom prst="ellipse">
            <a:avLst/>
          </a:prstGeom>
          <a:noFill/>
          <a:ln>
            <a:noFill/>
          </a:ln>
        </p:spPr>
      </p:sp>
      <p:sp>
        <p:nvSpPr>
          <p:cNvPr id="98" name="Google Shape;98;p20"/>
          <p:cNvSpPr txBox="1">
            <a:spLocks noGrp="1"/>
          </p:cNvSpPr>
          <p:nvPr>
            <p:ph type="body" idx="4"/>
          </p:nvPr>
        </p:nvSpPr>
        <p:spPr>
          <a:xfrm>
            <a:off x="7469488" y="1722480"/>
            <a:ext cx="4119563" cy="172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>
            <a:spLocks noGrp="1"/>
          </p:cNvSpPr>
          <p:nvPr>
            <p:ph type="pic" idx="5"/>
          </p:nvPr>
        </p:nvSpPr>
        <p:spPr>
          <a:xfrm>
            <a:off x="675502" y="4180809"/>
            <a:ext cx="996950" cy="99695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0" name="Google Shape;100;p20"/>
          <p:cNvSpPr txBox="1">
            <a:spLocks noGrp="1"/>
          </p:cNvSpPr>
          <p:nvPr>
            <p:ph type="body" idx="6"/>
          </p:nvPr>
        </p:nvSpPr>
        <p:spPr>
          <a:xfrm>
            <a:off x="1869817" y="3814890"/>
            <a:ext cx="4119563" cy="172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>
            <a:spLocks noGrp="1"/>
          </p:cNvSpPr>
          <p:nvPr>
            <p:ph type="pic" idx="7"/>
          </p:nvPr>
        </p:nvSpPr>
        <p:spPr>
          <a:xfrm>
            <a:off x="6275173" y="4180809"/>
            <a:ext cx="996950" cy="99695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2" name="Google Shape;102;p20"/>
          <p:cNvSpPr txBox="1">
            <a:spLocks noGrp="1"/>
          </p:cNvSpPr>
          <p:nvPr>
            <p:ph type="body" idx="8"/>
          </p:nvPr>
        </p:nvSpPr>
        <p:spPr>
          <a:xfrm>
            <a:off x="7469488" y="3814890"/>
            <a:ext cx="4119563" cy="172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5981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  <a:defRPr sz="2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527222" y="1600200"/>
            <a:ext cx="1134191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1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>
            <a:spLocks noGrp="1"/>
          </p:cNvSpPr>
          <p:nvPr>
            <p:ph type="title"/>
          </p:nvPr>
        </p:nvSpPr>
        <p:spPr>
          <a:xfrm>
            <a:off x="881961" y="3937687"/>
            <a:ext cx="6483181" cy="145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ru-RU" sz="3200" dirty="0"/>
              <a:t>Сканер</a:t>
            </a:r>
            <a:endParaRPr sz="3200" dirty="0"/>
          </a:p>
        </p:txBody>
      </p:sp>
      <p:sp>
        <p:nvSpPr>
          <p:cNvPr id="108" name="Google Shape;108;p1"/>
          <p:cNvSpPr txBox="1">
            <a:spLocks noGrp="1"/>
          </p:cNvSpPr>
          <p:nvPr>
            <p:ph type="subTitle" idx="1"/>
          </p:nvPr>
        </p:nvSpPr>
        <p:spPr>
          <a:xfrm>
            <a:off x="881961" y="5395784"/>
            <a:ext cx="5368842" cy="1046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/>
              <a:t>Подготовил студент группы 1Пиб-01-1оп21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/>
              <a:t>Бикин Семён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61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ru-RU" sz="3200" dirty="0"/>
              <a:t>Это же часть принтера</a:t>
            </a:r>
            <a:r>
              <a:rPr lang="en-US" sz="3200" dirty="0"/>
              <a:t>?</a:t>
            </a:r>
            <a:endParaRPr sz="3200" dirty="0"/>
          </a:p>
        </p:txBody>
      </p:sp>
      <p:sp>
        <p:nvSpPr>
          <p:cNvPr id="114" name="Google Shape;114;p2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body" idx="1"/>
          </p:nvPr>
        </p:nvSpPr>
        <p:spPr>
          <a:xfrm>
            <a:off x="527221" y="1598613"/>
            <a:ext cx="7112950" cy="4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ru-RU" sz="2400" dirty="0"/>
              <a:t>МФУ – многофункциональное устройство совмещает в себе несколько устройств и умеет печатать и сканировать</a:t>
            </a:r>
          </a:p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 lang="ru-RU" sz="2400" dirty="0"/>
          </a:p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 lang="ru-RU" sz="2400" dirty="0"/>
          </a:p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ru-RU" sz="2400" dirty="0"/>
              <a:t>Принтер – устройство для печати</a:t>
            </a:r>
          </a:p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 lang="ru-RU" sz="2400" dirty="0"/>
          </a:p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 lang="ru-RU" sz="2400" dirty="0"/>
          </a:p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ru-RU" sz="2400" dirty="0"/>
              <a:t>Сканер – устройство для сканирования бумаги и перевода их в электронный вид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AC7F95-4E19-43A4-8CA8-A2E7C9341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936" y="565724"/>
            <a:ext cx="1548652" cy="1548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A1BD2BB-C5B4-4BD2-ACAB-528A82BF8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277" y="2381618"/>
            <a:ext cx="1954431" cy="138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503CEBB-97C0-4D03-BC44-B2BBC10A2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171" y="4304798"/>
            <a:ext cx="2361058" cy="121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2e3e0a0a0_1_21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61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ru-RU" sz="3200" dirty="0"/>
              <a:t>Внутренности сканера</a:t>
            </a:r>
            <a:endParaRPr sz="3200" dirty="0"/>
          </a:p>
        </p:txBody>
      </p:sp>
      <p:sp>
        <p:nvSpPr>
          <p:cNvPr id="122" name="Google Shape;122;g2c2e3e0a0a0_1_21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123" name="Google Shape;123;g2c2e3e0a0a0_1_21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c2e3e0a0a0_1_21"/>
          <p:cNvSpPr txBox="1">
            <a:spLocks noGrp="1"/>
          </p:cNvSpPr>
          <p:nvPr>
            <p:ph type="body" idx="1"/>
          </p:nvPr>
        </p:nvSpPr>
        <p:spPr>
          <a:xfrm>
            <a:off x="5378824" y="2321726"/>
            <a:ext cx="5904833" cy="2214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ru-RU" sz="2400" dirty="0"/>
              <a:t>С технической точки зрения он состоит из зеркал, линз, источника света и приборов с зарядовой связью (ПЗС</a:t>
            </a:r>
            <a:r>
              <a:rPr lang="en-US" sz="2400" dirty="0"/>
              <a:t>/CCD</a:t>
            </a:r>
            <a:r>
              <a:rPr lang="ru-RU" sz="2400" dirty="0"/>
              <a:t>). </a:t>
            </a:r>
          </a:p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 lang="ru-RU" sz="2400" dirty="0"/>
          </a:p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ru-RU" sz="2400" dirty="0"/>
              <a:t>В качестве ПЗС выступают светочувствительные элементы. </a:t>
            </a:r>
          </a:p>
        </p:txBody>
      </p:sp>
      <p:sp>
        <p:nvSpPr>
          <p:cNvPr id="126" name="Google Shape;126;g2c2e3e0a0a0_1_21"/>
          <p:cNvSpPr/>
          <p:nvPr/>
        </p:nvSpPr>
        <p:spPr>
          <a:xfrm>
            <a:off x="9476509" y="4987636"/>
            <a:ext cx="1130400" cy="11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AF8B075F-EDDF-44D9-B300-66E4E5F22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51" y="1964125"/>
            <a:ext cx="4337160" cy="3588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2e3e0a0a0_1_21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61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ru-RU" sz="3200" dirty="0"/>
              <a:t>Работа сканера</a:t>
            </a:r>
            <a:endParaRPr sz="3200" dirty="0"/>
          </a:p>
        </p:txBody>
      </p:sp>
      <p:sp>
        <p:nvSpPr>
          <p:cNvPr id="122" name="Google Shape;122;g2c2e3e0a0a0_1_21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123" name="Google Shape;123;g2c2e3e0a0a0_1_21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c2e3e0a0a0_1_21"/>
          <p:cNvSpPr txBox="1">
            <a:spLocks noGrp="1"/>
          </p:cNvSpPr>
          <p:nvPr>
            <p:ph type="body" idx="1"/>
          </p:nvPr>
        </p:nvSpPr>
        <p:spPr>
          <a:xfrm>
            <a:off x="5100918" y="1837631"/>
            <a:ext cx="6784733" cy="318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ru-RU" sz="2400" dirty="0"/>
              <a:t>Свет, отразившись от объекта, проходит через зеркала и линзы, а затем попадает на светочувствительную матрицу. </a:t>
            </a:r>
          </a:p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 lang="ru-RU" sz="2400" dirty="0"/>
          </a:p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ru-RU" sz="2400" dirty="0"/>
              <a:t>Матрица посылает электрический импульс содержащий информацию о форме и цвете сканируемой картинки в аналого-цифровой преобразователь (АЦП), после чего данные попадают в память</a:t>
            </a:r>
            <a:r>
              <a:rPr lang="en-US" sz="2400" dirty="0"/>
              <a:t> </a:t>
            </a:r>
            <a:r>
              <a:rPr lang="ru-RU" sz="2400" dirty="0"/>
              <a:t>компьютера.</a:t>
            </a:r>
          </a:p>
        </p:txBody>
      </p:sp>
      <p:sp>
        <p:nvSpPr>
          <p:cNvPr id="126" name="Google Shape;126;g2c2e3e0a0a0_1_21"/>
          <p:cNvSpPr/>
          <p:nvPr/>
        </p:nvSpPr>
        <p:spPr>
          <a:xfrm>
            <a:off x="9476509" y="4987636"/>
            <a:ext cx="1130400" cy="11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B8B048E5-1414-4859-8C84-E36E2D5B8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643" y="2619375"/>
            <a:ext cx="437197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003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61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ru-RU" sz="3200" dirty="0"/>
              <a:t>Характеристики сканера</a:t>
            </a:r>
            <a:endParaRPr sz="3200" dirty="0"/>
          </a:p>
        </p:txBody>
      </p:sp>
      <p:sp>
        <p:nvSpPr>
          <p:cNvPr id="114" name="Google Shape;114;p2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body" idx="1"/>
          </p:nvPr>
        </p:nvSpPr>
        <p:spPr>
          <a:xfrm>
            <a:off x="527222" y="1163700"/>
            <a:ext cx="9674614" cy="4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ru-RU" sz="2000" dirty="0"/>
              <a:t>Главное характеристики сканеров</a:t>
            </a:r>
            <a:r>
              <a:rPr lang="en-US" sz="2000" dirty="0"/>
              <a:t>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2000" dirty="0"/>
              <a:t>Оптическое разрешение (</a:t>
            </a:r>
            <a:r>
              <a:rPr lang="en-US" sz="2000" dirty="0"/>
              <a:t>dpi</a:t>
            </a:r>
            <a:r>
              <a:rPr lang="ru-RU" sz="2000" dirty="0"/>
              <a:t>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2000" dirty="0"/>
              <a:t>Глубина цвета (сколько бит на пиксель)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</a:pPr>
            <a:r>
              <a:rPr lang="ru-RU" sz="2000" dirty="0"/>
              <a:t>Основные разъемы для подключения</a:t>
            </a:r>
            <a:r>
              <a:rPr lang="en-US" sz="2000" dirty="0"/>
              <a:t>:</a:t>
            </a:r>
            <a:endParaRPr lang="ru-RU" sz="20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/>
              <a:t>SCSI (Small Computer Systems Interface)</a:t>
            </a:r>
            <a:endParaRPr lang="ru-RU" sz="20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/>
              <a:t>USB (Universal Serial Bus)</a:t>
            </a:r>
            <a:endParaRPr lang="ru-RU" sz="20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/>
              <a:t>FireWire (IEEE1394)</a:t>
            </a:r>
            <a:endParaRPr lang="ru-RU" sz="20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</a:pPr>
            <a:r>
              <a:rPr lang="ru-RU" sz="2000" dirty="0"/>
              <a:t>Основные драйвера</a:t>
            </a:r>
            <a:r>
              <a:rPr lang="en-US" sz="2000" dirty="0"/>
              <a:t>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2000" dirty="0"/>
              <a:t>TWAIN</a:t>
            </a:r>
            <a:endParaRPr lang="en-US" sz="20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/>
              <a:t>WIA (Windows Imaging Architecture)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/>
              <a:t>ISIS (Image and Scanner Interface Specification)</a:t>
            </a:r>
          </a:p>
        </p:txBody>
      </p:sp>
    </p:spTree>
    <p:extLst>
      <p:ext uri="{BB962C8B-B14F-4D97-AF65-F5344CB8AC3E}">
        <p14:creationId xmlns:p14="http://schemas.microsoft.com/office/powerpoint/2010/main" val="356675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c2e3e0a0a0_1_146"/>
          <p:cNvSpPr txBox="1">
            <a:spLocks noGrp="1"/>
          </p:cNvSpPr>
          <p:nvPr>
            <p:ph type="title"/>
          </p:nvPr>
        </p:nvSpPr>
        <p:spPr>
          <a:xfrm>
            <a:off x="2619631" y="315912"/>
            <a:ext cx="92661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ru-RU" sz="3200"/>
              <a:t>Конец</a:t>
            </a:r>
            <a:endParaRPr sz="3200"/>
          </a:p>
        </p:txBody>
      </p:sp>
      <p:sp>
        <p:nvSpPr>
          <p:cNvPr id="214" name="Google Shape;214;g2c2e3e0a0a0_1_146"/>
          <p:cNvSpPr txBox="1">
            <a:spLocks noGrp="1"/>
          </p:cNvSpPr>
          <p:nvPr>
            <p:ph type="sldNum" idx="12"/>
          </p:nvPr>
        </p:nvSpPr>
        <p:spPr>
          <a:xfrm>
            <a:off x="11005751" y="6356350"/>
            <a:ext cx="87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215" name="Google Shape;215;g2c2e3e0a0a0_1_146"/>
          <p:cNvSpPr txBox="1">
            <a:spLocks noGrp="1"/>
          </p:cNvSpPr>
          <p:nvPr>
            <p:ph type="ftr" idx="11"/>
          </p:nvPr>
        </p:nvSpPr>
        <p:spPr>
          <a:xfrm>
            <a:off x="527222" y="6356350"/>
            <a:ext cx="5997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c2e3e0a0a0_1_146"/>
          <p:cNvSpPr txBox="1">
            <a:spLocks noGrp="1"/>
          </p:cNvSpPr>
          <p:nvPr>
            <p:ph type="body" idx="1"/>
          </p:nvPr>
        </p:nvSpPr>
        <p:spPr>
          <a:xfrm>
            <a:off x="527050" y="1598141"/>
            <a:ext cx="5165700" cy="45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175" lvl="0" indent="-3175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ru-RU" sz="2400"/>
              <a:t>Всем спасибо!</a:t>
            </a:r>
            <a:endParaRPr sz="2400"/>
          </a:p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 sz="2400"/>
          </a:p>
          <a:p>
            <a:pPr marL="3175" lvl="0" indent="-31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 sz="2400"/>
          </a:p>
        </p:txBody>
      </p:sp>
      <p:pic>
        <p:nvPicPr>
          <p:cNvPr id="217" name="Google Shape;217;g2c2e3e0a0a0_1_14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2484" r="12484"/>
          <a:stretch/>
        </p:blipFill>
        <p:spPr>
          <a:xfrm>
            <a:off x="6045886" y="1606550"/>
            <a:ext cx="4548300" cy="4546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8" name="Google Shape;218;g2c2e3e0a0a0_1_146"/>
          <p:cNvSpPr/>
          <p:nvPr/>
        </p:nvSpPr>
        <p:spPr>
          <a:xfrm>
            <a:off x="9476509" y="4987636"/>
            <a:ext cx="1130400" cy="11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f16411253">
  <a:themeElements>
    <a:clrScheme name="ЧГУ">
      <a:dk1>
        <a:srgbClr val="000000"/>
      </a:dk1>
      <a:lt1>
        <a:srgbClr val="FFFFFF"/>
      </a:lt1>
      <a:dk2>
        <a:srgbClr val="121314"/>
      </a:dk2>
      <a:lt2>
        <a:srgbClr val="F5F3F4"/>
      </a:lt2>
      <a:accent1>
        <a:srgbClr val="DA251D"/>
      </a:accent1>
      <a:accent2>
        <a:srgbClr val="A50E13"/>
      </a:accent2>
      <a:accent3>
        <a:srgbClr val="660102"/>
      </a:accent3>
      <a:accent4>
        <a:srgbClr val="E63538"/>
      </a:accent4>
      <a:accent5>
        <a:srgbClr val="B2A8A7"/>
      </a:accent5>
      <a:accent6>
        <a:srgbClr val="D4D4D4"/>
      </a:accent6>
      <a:hlink>
        <a:srgbClr val="DA251D"/>
      </a:hlink>
      <a:folHlink>
        <a:srgbClr val="B2A8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190</Words>
  <Application>Microsoft Office PowerPoint</Application>
  <PresentationFormat>Широкоэкранный</PresentationFormat>
  <Paragraphs>40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tf16411253</vt:lpstr>
      <vt:lpstr>Сканер</vt:lpstr>
      <vt:lpstr>Это же часть принтера?</vt:lpstr>
      <vt:lpstr>Внутренности сканера</vt:lpstr>
      <vt:lpstr>Работа сканера</vt:lpstr>
      <vt:lpstr>Характеристики сканера</vt:lpstr>
      <vt:lpstr>Конец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Сканер</dc:title>
  <cp:lastModifiedBy>Семён Бикин</cp:lastModifiedBy>
  <cp:revision>11</cp:revision>
  <dcterms:created xsi:type="dcterms:W3CDTF">2019-10-28T09:47:12Z</dcterms:created>
  <dcterms:modified xsi:type="dcterms:W3CDTF">2024-04-03T19:16:44Z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0x01010056ECF68686ABE44E9A6DA310759CC38F</vt:lpwstr>
  </property>
</Properties>
</file>