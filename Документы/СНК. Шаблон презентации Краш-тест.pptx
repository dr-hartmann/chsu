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90" r:id="rId6"/>
    <p:sldId id="291" r:id="rId7"/>
    <p:sldId id="288" r:id="rId8"/>
    <p:sldId id="271" r:id="rId9"/>
    <p:sldId id="292" r:id="rId10"/>
    <p:sldId id="273" r:id="rId11"/>
    <p:sldId id="287" r:id="rId12"/>
    <p:sldId id="293" r:id="rId13"/>
    <p:sldId id="294" r:id="rId14"/>
  </p:sldIdLst>
  <p:sldSz cx="12190413" cy="6859588"/>
  <p:notesSz cx="6858000" cy="9144000"/>
  <p:defaultTextStyle>
    <a:defPPr>
      <a:defRPr lang="ru-RU"/>
    </a:defPPr>
    <a:lvl1pPr marL="0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86130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72261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58391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344522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930652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516782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102913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689043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4143">
          <p15:clr>
            <a:srgbClr val="A4A3A4"/>
          </p15:clr>
        </p15:guide>
        <p15:guide id="2" orient="horz" pos="176">
          <p15:clr>
            <a:srgbClr val="A4A3A4"/>
          </p15:clr>
        </p15:guide>
        <p15:guide id="3" pos="7482">
          <p15:clr>
            <a:srgbClr val="A4A3A4"/>
          </p15:clr>
        </p15:guide>
        <p15:guide id="4" pos="196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5D5C"/>
    <a:srgbClr val="E63538"/>
    <a:srgbClr val="FF6600"/>
    <a:srgbClr val="008000"/>
    <a:srgbClr val="FF3300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B9C9CA-3806-4536-8494-E41C394B85D9}" v="13" dt="2022-07-28T09:23:15.3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Светлый стиль 2 -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Светлый стиль 2 -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04" autoAdjust="0"/>
    <p:restoredTop sz="88673" autoAdjust="0"/>
  </p:normalViewPr>
  <p:slideViewPr>
    <p:cSldViewPr snapToGrid="0" snapToObjects="1" showGuides="1">
      <p:cViewPr>
        <p:scale>
          <a:sx n="100" d="100"/>
          <a:sy n="100" d="100"/>
        </p:scale>
        <p:origin x="-1212" y="-462"/>
      </p:cViewPr>
      <p:guideLst>
        <p:guide orient="horz" pos="4143"/>
        <p:guide orient="horz" pos="2160"/>
        <p:guide pos="7482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2" d="100"/>
        <a:sy n="142" d="100"/>
      </p:scale>
      <p:origin x="0" y="0"/>
    </p:cViewPr>
  </p:sorterViewPr>
  <p:notesViewPr>
    <p:cSldViewPr snapToGrid="0" snapToObjects="1" showGuides="1">
      <p:cViewPr varScale="1">
        <p:scale>
          <a:sx n="87" d="100"/>
          <a:sy n="87" d="100"/>
        </p:scale>
        <p:origin x="-3546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лександра Бочарова" userId="23990a4ced122c3d" providerId="LiveId" clId="{9BB9C9CA-3806-4536-8494-E41C394B85D9}"/>
    <pc:docChg chg="undo custSel addSld delSld modSld sldOrd">
      <pc:chgData name="Александра Бочарова" userId="23990a4ced122c3d" providerId="LiveId" clId="{9BB9C9CA-3806-4536-8494-E41C394B85D9}" dt="2022-07-28T09:32:51.859" v="661" actId="2696"/>
      <pc:docMkLst>
        <pc:docMk/>
      </pc:docMkLst>
      <pc:sldChg chg="modSp mod">
        <pc:chgData name="Александра Бочарова" userId="23990a4ced122c3d" providerId="LiveId" clId="{9BB9C9CA-3806-4536-8494-E41C394B85D9}" dt="2022-07-28T08:07:57.743" v="178" actId="1036"/>
        <pc:sldMkLst>
          <pc:docMk/>
          <pc:sldMk cId="0" sldId="256"/>
        </pc:sldMkLst>
        <pc:spChg chg="mod">
          <ac:chgData name="Александра Бочарова" userId="23990a4ced122c3d" providerId="LiveId" clId="{9BB9C9CA-3806-4536-8494-E41C394B85D9}" dt="2022-07-28T08:07:57.743" v="178" actId="1036"/>
          <ac:spMkLst>
            <pc:docMk/>
            <pc:sldMk cId="0" sldId="256"/>
            <ac:spMk id="3" creationId="{00000000-0000-0000-0000-000000000000}"/>
          </ac:spMkLst>
        </pc:spChg>
      </pc:sldChg>
      <pc:sldChg chg="del">
        <pc:chgData name="Александра Бочарова" userId="23990a4ced122c3d" providerId="LiveId" clId="{9BB9C9CA-3806-4536-8494-E41C394B85D9}" dt="2022-07-28T09:05:44.882" v="432" actId="2696"/>
        <pc:sldMkLst>
          <pc:docMk/>
          <pc:sldMk cId="0" sldId="257"/>
        </pc:sldMkLst>
      </pc:sldChg>
      <pc:sldChg chg="addSp delSp modSp mod">
        <pc:chgData name="Александра Бочарова" userId="23990a4ced122c3d" providerId="LiveId" clId="{9BB9C9CA-3806-4536-8494-E41C394B85D9}" dt="2022-07-28T09:04:09.279" v="428"/>
        <pc:sldMkLst>
          <pc:docMk/>
          <pc:sldMk cId="0" sldId="258"/>
        </pc:sldMkLst>
        <pc:spChg chg="del">
          <ac:chgData name="Александра Бочарова" userId="23990a4ced122c3d" providerId="LiveId" clId="{9BB9C9CA-3806-4536-8494-E41C394B85D9}" dt="2022-07-28T08:04:26.509" v="148" actId="478"/>
          <ac:spMkLst>
            <pc:docMk/>
            <pc:sldMk cId="0" sldId="258"/>
            <ac:spMk id="2" creationId="{00000000-0000-0000-0000-000000000000}"/>
          </ac:spMkLst>
        </pc:spChg>
        <pc:spChg chg="add mod">
          <ac:chgData name="Александра Бочарова" userId="23990a4ced122c3d" providerId="LiveId" clId="{9BB9C9CA-3806-4536-8494-E41C394B85D9}" dt="2022-07-28T07:44:23.358" v="58" actId="1035"/>
          <ac:spMkLst>
            <pc:docMk/>
            <pc:sldMk cId="0" sldId="258"/>
            <ac:spMk id="3" creationId="{27DF0AD1-B3FE-4AAE-5275-6A1A36C4E072}"/>
          </ac:spMkLst>
        </pc:spChg>
        <pc:spChg chg="mod">
          <ac:chgData name="Александра Бочарова" userId="23990a4ced122c3d" providerId="LiveId" clId="{9BB9C9CA-3806-4536-8494-E41C394B85D9}" dt="2022-07-28T07:50:55.955" v="120" actId="313"/>
          <ac:spMkLst>
            <pc:docMk/>
            <pc:sldMk cId="0" sldId="258"/>
            <ac:spMk id="6" creationId="{00000000-0000-0000-0000-000000000000}"/>
          </ac:spMkLst>
        </pc:spChg>
        <pc:graphicFrameChg chg="mod modGraphic">
          <ac:chgData name="Александра Бочарова" userId="23990a4ced122c3d" providerId="LiveId" clId="{9BB9C9CA-3806-4536-8494-E41C394B85D9}" dt="2022-07-28T09:04:09.279" v="428"/>
          <ac:graphicFrameMkLst>
            <pc:docMk/>
            <pc:sldMk cId="0" sldId="258"/>
            <ac:graphicFrameMk id="7" creationId="{00000000-0000-0000-0000-000000000000}"/>
          </ac:graphicFrameMkLst>
        </pc:graphicFrameChg>
      </pc:sldChg>
      <pc:sldChg chg="delSp modSp mod">
        <pc:chgData name="Александра Бочарова" userId="23990a4ced122c3d" providerId="LiveId" clId="{9BB9C9CA-3806-4536-8494-E41C394B85D9}" dt="2022-07-28T09:32:14.062" v="659" actId="478"/>
        <pc:sldMkLst>
          <pc:docMk/>
          <pc:sldMk cId="0" sldId="260"/>
        </pc:sldMkLst>
        <pc:spChg chg="del">
          <ac:chgData name="Александра Бочарова" userId="23990a4ced122c3d" providerId="LiveId" clId="{9BB9C9CA-3806-4536-8494-E41C394B85D9}" dt="2022-07-28T09:32:14.062" v="659" actId="478"/>
          <ac:spMkLst>
            <pc:docMk/>
            <pc:sldMk cId="0" sldId="260"/>
            <ac:spMk id="2" creationId="{00000000-0000-0000-0000-000000000000}"/>
          </ac:spMkLst>
        </pc:spChg>
        <pc:spChg chg="mod">
          <ac:chgData name="Александра Бочарова" userId="23990a4ced122c3d" providerId="LiveId" clId="{9BB9C9CA-3806-4536-8494-E41C394B85D9}" dt="2022-07-28T09:32:02.461" v="658"/>
          <ac:spMkLst>
            <pc:docMk/>
            <pc:sldMk cId="0" sldId="260"/>
            <ac:spMk id="3" creationId="{00000000-0000-0000-0000-000000000000}"/>
          </ac:spMkLst>
        </pc:spChg>
      </pc:sldChg>
      <pc:sldChg chg="addSp delSp modSp mod">
        <pc:chgData name="Александра Бочарова" userId="23990a4ced122c3d" providerId="LiveId" clId="{9BB9C9CA-3806-4536-8494-E41C394B85D9}" dt="2022-07-28T09:24:55.331" v="563" actId="1076"/>
        <pc:sldMkLst>
          <pc:docMk/>
          <pc:sldMk cId="0" sldId="262"/>
        </pc:sldMkLst>
        <pc:spChg chg="mod">
          <ac:chgData name="Александра Бочарова" userId="23990a4ced122c3d" providerId="LiveId" clId="{9BB9C9CA-3806-4536-8494-E41C394B85D9}" dt="2022-07-28T09:24:45.529" v="561" actId="1036"/>
          <ac:spMkLst>
            <pc:docMk/>
            <pc:sldMk cId="0" sldId="262"/>
            <ac:spMk id="2" creationId="{00000000-0000-0000-0000-000000000000}"/>
          </ac:spMkLst>
        </pc:spChg>
        <pc:spChg chg="mod">
          <ac:chgData name="Александра Бочарова" userId="23990a4ced122c3d" providerId="LiveId" clId="{9BB9C9CA-3806-4536-8494-E41C394B85D9}" dt="2022-07-28T09:24:45.529" v="561" actId="1036"/>
          <ac:spMkLst>
            <pc:docMk/>
            <pc:sldMk cId="0" sldId="262"/>
            <ac:spMk id="3" creationId="{00000000-0000-0000-0000-000000000000}"/>
          </ac:spMkLst>
        </pc:spChg>
        <pc:spChg chg="mod">
          <ac:chgData name="Александра Бочарова" userId="23990a4ced122c3d" providerId="LiveId" clId="{9BB9C9CA-3806-4536-8494-E41C394B85D9}" dt="2022-07-28T09:24:45.529" v="561" actId="1036"/>
          <ac:spMkLst>
            <pc:docMk/>
            <pc:sldMk cId="0" sldId="262"/>
            <ac:spMk id="4" creationId="{00000000-0000-0000-0000-000000000000}"/>
          </ac:spMkLst>
        </pc:spChg>
        <pc:spChg chg="mod">
          <ac:chgData name="Александра Бочарова" userId="23990a4ced122c3d" providerId="LiveId" clId="{9BB9C9CA-3806-4536-8494-E41C394B85D9}" dt="2022-07-28T09:24:45.529" v="561" actId="1036"/>
          <ac:spMkLst>
            <pc:docMk/>
            <pc:sldMk cId="0" sldId="262"/>
            <ac:spMk id="5" creationId="{00000000-0000-0000-0000-000000000000}"/>
          </ac:spMkLst>
        </pc:spChg>
        <pc:spChg chg="del">
          <ac:chgData name="Александра Бочарова" userId="23990a4ced122c3d" providerId="LiveId" clId="{9BB9C9CA-3806-4536-8494-E41C394B85D9}" dt="2022-07-28T09:23:42.528" v="535" actId="478"/>
          <ac:spMkLst>
            <pc:docMk/>
            <pc:sldMk cId="0" sldId="262"/>
            <ac:spMk id="6" creationId="{00000000-0000-0000-0000-000000000000}"/>
          </ac:spMkLst>
        </pc:spChg>
        <pc:spChg chg="mod">
          <ac:chgData name="Александра Бочарова" userId="23990a4ced122c3d" providerId="LiveId" clId="{9BB9C9CA-3806-4536-8494-E41C394B85D9}" dt="2022-07-28T09:21:01.272" v="518" actId="20577"/>
          <ac:spMkLst>
            <pc:docMk/>
            <pc:sldMk cId="0" sldId="262"/>
            <ac:spMk id="8" creationId="{00000000-0000-0000-0000-000000000000}"/>
          </ac:spMkLst>
        </pc:spChg>
        <pc:spChg chg="mod">
          <ac:chgData name="Александра Бочарова" userId="23990a4ced122c3d" providerId="LiveId" clId="{9BB9C9CA-3806-4536-8494-E41C394B85D9}" dt="2022-07-28T09:24:45.529" v="561" actId="1036"/>
          <ac:spMkLst>
            <pc:docMk/>
            <pc:sldMk cId="0" sldId="262"/>
            <ac:spMk id="9" creationId="{00000000-0000-0000-0000-000000000000}"/>
          </ac:spMkLst>
        </pc:spChg>
        <pc:spChg chg="mod">
          <ac:chgData name="Александра Бочарова" userId="23990a4ced122c3d" providerId="LiveId" clId="{9BB9C9CA-3806-4536-8494-E41C394B85D9}" dt="2022-07-28T09:24:45.529" v="561" actId="103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Александра Бочарова" userId="23990a4ced122c3d" providerId="LiveId" clId="{9BB9C9CA-3806-4536-8494-E41C394B85D9}" dt="2022-07-28T09:24:45.529" v="561" actId="103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Александра Бочарова" userId="23990a4ced122c3d" providerId="LiveId" clId="{9BB9C9CA-3806-4536-8494-E41C394B85D9}" dt="2022-07-28T09:24:45.529" v="561" actId="1036"/>
          <ac:spMkLst>
            <pc:docMk/>
            <pc:sldMk cId="0" sldId="262"/>
            <ac:spMk id="12" creationId="{00000000-0000-0000-0000-000000000000}"/>
          </ac:spMkLst>
        </pc:spChg>
        <pc:spChg chg="add mod">
          <ac:chgData name="Александра Бочарова" userId="23990a4ced122c3d" providerId="LiveId" clId="{9BB9C9CA-3806-4536-8494-E41C394B85D9}" dt="2022-07-28T09:24:55.331" v="563" actId="1076"/>
          <ac:spMkLst>
            <pc:docMk/>
            <pc:sldMk cId="0" sldId="262"/>
            <ac:spMk id="14" creationId="{D7BD6152-9E61-01F2-60D4-AF5F99611CEC}"/>
          </ac:spMkLst>
        </pc:spChg>
      </pc:sldChg>
      <pc:sldChg chg="del">
        <pc:chgData name="Александра Бочарова" userId="23990a4ced122c3d" providerId="LiveId" clId="{9BB9C9CA-3806-4536-8494-E41C394B85D9}" dt="2022-07-28T09:05:26.137" v="429" actId="2696"/>
        <pc:sldMkLst>
          <pc:docMk/>
          <pc:sldMk cId="870201542" sldId="263"/>
        </pc:sldMkLst>
      </pc:sldChg>
      <pc:sldChg chg="del">
        <pc:chgData name="Александра Бочарова" userId="23990a4ced122c3d" providerId="LiveId" clId="{9BB9C9CA-3806-4536-8494-E41C394B85D9}" dt="2022-07-28T09:05:37.324" v="431" actId="2696"/>
        <pc:sldMkLst>
          <pc:docMk/>
          <pc:sldMk cId="140661025" sldId="264"/>
        </pc:sldMkLst>
      </pc:sldChg>
      <pc:sldChg chg="del">
        <pc:chgData name="Александра Бочарова" userId="23990a4ced122c3d" providerId="LiveId" clId="{9BB9C9CA-3806-4536-8494-E41C394B85D9}" dt="2022-07-28T09:05:30.753" v="430" actId="2696"/>
        <pc:sldMkLst>
          <pc:docMk/>
          <pc:sldMk cId="49048764" sldId="265"/>
        </pc:sldMkLst>
      </pc:sldChg>
      <pc:sldChg chg="del">
        <pc:chgData name="Александра Бочарова" userId="23990a4ced122c3d" providerId="LiveId" clId="{9BB9C9CA-3806-4536-8494-E41C394B85D9}" dt="2022-07-28T09:32:46.221" v="660" actId="2696"/>
        <pc:sldMkLst>
          <pc:docMk/>
          <pc:sldMk cId="1920711521" sldId="266"/>
        </pc:sldMkLst>
      </pc:sldChg>
      <pc:sldChg chg="addSp delSp modSp new mod ord">
        <pc:chgData name="Александра Бочарова" userId="23990a4ced122c3d" providerId="LiveId" clId="{9BB9C9CA-3806-4536-8494-E41C394B85D9}" dt="2022-07-28T09:23:17.711" v="534" actId="1076"/>
        <pc:sldMkLst>
          <pc:docMk/>
          <pc:sldMk cId="1646028645" sldId="267"/>
        </pc:sldMkLst>
        <pc:spChg chg="del">
          <ac:chgData name="Александра Бочарова" userId="23990a4ced122c3d" providerId="LiveId" clId="{9BB9C9CA-3806-4536-8494-E41C394B85D9}" dt="2022-07-28T09:23:08.460" v="532" actId="478"/>
          <ac:spMkLst>
            <pc:docMk/>
            <pc:sldMk cId="1646028645" sldId="267"/>
            <ac:spMk id="2" creationId="{215A3BDC-70CA-B910-D083-6FB99CEEE9F3}"/>
          </ac:spMkLst>
        </pc:spChg>
        <pc:spChg chg="mod">
          <ac:chgData name="Александра Бочарова" userId="23990a4ced122c3d" providerId="LiveId" clId="{9BB9C9CA-3806-4536-8494-E41C394B85D9}" dt="2022-07-28T09:20:36.277" v="497" actId="20577"/>
          <ac:spMkLst>
            <pc:docMk/>
            <pc:sldMk cId="1646028645" sldId="267"/>
            <ac:spMk id="3" creationId="{2085E452-0531-1587-3613-5F04397AA416}"/>
          </ac:spMkLst>
        </pc:spChg>
        <pc:spChg chg="del">
          <ac:chgData name="Александра Бочарова" userId="23990a4ced122c3d" providerId="LiveId" clId="{9BB9C9CA-3806-4536-8494-E41C394B85D9}" dt="2022-07-28T09:21:38.787" v="519" actId="22"/>
          <ac:spMkLst>
            <pc:docMk/>
            <pc:sldMk cId="1646028645" sldId="267"/>
            <ac:spMk id="4" creationId="{A2AFCDCB-398B-A9C4-BA0A-93026E0E447B}"/>
          </ac:spMkLst>
        </pc:spChg>
        <pc:spChg chg="add mod">
          <ac:chgData name="Александра Бочарова" userId="23990a4ced122c3d" providerId="LiveId" clId="{9BB9C9CA-3806-4536-8494-E41C394B85D9}" dt="2022-07-28T09:23:06.028" v="531" actId="1076"/>
          <ac:spMkLst>
            <pc:docMk/>
            <pc:sldMk cId="1646028645" sldId="267"/>
            <ac:spMk id="13" creationId="{D52FDBE1-A387-6088-C104-2EB87AF0C335}"/>
          </ac:spMkLst>
        </pc:spChg>
        <pc:spChg chg="add mod">
          <ac:chgData name="Александра Бочарова" userId="23990a4ced122c3d" providerId="LiveId" clId="{9BB9C9CA-3806-4536-8494-E41C394B85D9}" dt="2022-07-28T09:23:17.711" v="534" actId="1076"/>
          <ac:spMkLst>
            <pc:docMk/>
            <pc:sldMk cId="1646028645" sldId="267"/>
            <ac:spMk id="14" creationId="{152EF6DD-B825-26E4-AF9C-985461D20C7F}"/>
          </ac:spMkLst>
        </pc:spChg>
        <pc:picChg chg="add mod ord">
          <ac:chgData name="Александра Бочарова" userId="23990a4ced122c3d" providerId="LiveId" clId="{9BB9C9CA-3806-4536-8494-E41C394B85D9}" dt="2022-07-28T09:21:49.301" v="520" actId="1076"/>
          <ac:picMkLst>
            <pc:docMk/>
            <pc:sldMk cId="1646028645" sldId="267"/>
            <ac:picMk id="7" creationId="{28A3F70B-5354-D5FE-DB0D-A07991E66727}"/>
          </ac:picMkLst>
        </pc:picChg>
        <pc:picChg chg="add mod">
          <ac:chgData name="Александра Бочарова" userId="23990a4ced122c3d" providerId="LiveId" clId="{9BB9C9CA-3806-4536-8494-E41C394B85D9}" dt="2022-07-28T09:22:42.718" v="529" actId="1035"/>
          <ac:picMkLst>
            <pc:docMk/>
            <pc:sldMk cId="1646028645" sldId="267"/>
            <ac:picMk id="8" creationId="{77DF58D4-AD52-C09D-2900-03F371FAA6A8}"/>
          </ac:picMkLst>
        </pc:picChg>
        <pc:picChg chg="add mod">
          <ac:chgData name="Александра Бочарова" userId="23990a4ced122c3d" providerId="LiveId" clId="{9BB9C9CA-3806-4536-8494-E41C394B85D9}" dt="2022-07-28T09:22:12.791" v="522" actId="1076"/>
          <ac:picMkLst>
            <pc:docMk/>
            <pc:sldMk cId="1646028645" sldId="267"/>
            <ac:picMk id="9" creationId="{06042BFD-582F-7787-6FB3-E1E698B46CE3}"/>
          </ac:picMkLst>
        </pc:picChg>
        <pc:picChg chg="add mod">
          <ac:chgData name="Александра Бочарова" userId="23990a4ced122c3d" providerId="LiveId" clId="{9BB9C9CA-3806-4536-8494-E41C394B85D9}" dt="2022-07-28T09:22:12.791" v="522" actId="1076"/>
          <ac:picMkLst>
            <pc:docMk/>
            <pc:sldMk cId="1646028645" sldId="267"/>
            <ac:picMk id="10" creationId="{4A43F381-9846-99A7-8D87-75523E0F01DF}"/>
          </ac:picMkLst>
        </pc:picChg>
        <pc:picChg chg="add mod">
          <ac:chgData name="Александра Бочарова" userId="23990a4ced122c3d" providerId="LiveId" clId="{9BB9C9CA-3806-4536-8494-E41C394B85D9}" dt="2022-07-28T09:22:12.791" v="522" actId="1076"/>
          <ac:picMkLst>
            <pc:docMk/>
            <pc:sldMk cId="1646028645" sldId="267"/>
            <ac:picMk id="11" creationId="{3BF87D1F-0E63-7407-84FD-A98DA533A5D7}"/>
          </ac:picMkLst>
        </pc:picChg>
        <pc:picChg chg="add mod">
          <ac:chgData name="Александра Бочарова" userId="23990a4ced122c3d" providerId="LiveId" clId="{9BB9C9CA-3806-4536-8494-E41C394B85D9}" dt="2022-07-28T09:22:12.791" v="522" actId="1076"/>
          <ac:picMkLst>
            <pc:docMk/>
            <pc:sldMk cId="1646028645" sldId="267"/>
            <ac:picMk id="12" creationId="{7E6EA5CE-0FF2-2E68-CDF1-9C1039C68D0D}"/>
          </ac:picMkLst>
        </pc:picChg>
      </pc:sldChg>
      <pc:sldChg chg="delSp new del mod">
        <pc:chgData name="Александра Бочарова" userId="23990a4ced122c3d" providerId="LiveId" clId="{9BB9C9CA-3806-4536-8494-E41C394B85D9}" dt="2022-07-28T09:30:01.890" v="655" actId="2696"/>
        <pc:sldMkLst>
          <pc:docMk/>
          <pc:sldMk cId="332317205" sldId="268"/>
        </pc:sldMkLst>
        <pc:spChg chg="del">
          <ac:chgData name="Александра Бочарова" userId="23990a4ced122c3d" providerId="LiveId" clId="{9BB9C9CA-3806-4536-8494-E41C394B85D9}" dt="2022-07-28T09:25:38.942" v="565" actId="478"/>
          <ac:spMkLst>
            <pc:docMk/>
            <pc:sldMk cId="332317205" sldId="268"/>
            <ac:spMk id="2" creationId="{DD36BE12-3984-C8B1-1E87-1AED4D33A6AE}"/>
          </ac:spMkLst>
        </pc:spChg>
      </pc:sldChg>
      <pc:sldChg chg="delSp new del mod ord">
        <pc:chgData name="Александра Бочарова" userId="23990a4ced122c3d" providerId="LiveId" clId="{9BB9C9CA-3806-4536-8494-E41C394B85D9}" dt="2022-07-28T09:32:51.859" v="661" actId="2696"/>
        <pc:sldMkLst>
          <pc:docMk/>
          <pc:sldMk cId="1248147895" sldId="269"/>
        </pc:sldMkLst>
        <pc:spChg chg="del">
          <ac:chgData name="Александра Бочарова" userId="23990a4ced122c3d" providerId="LiveId" clId="{9BB9C9CA-3806-4536-8494-E41C394B85D9}" dt="2022-07-28T09:26:49.029" v="569" actId="478"/>
          <ac:spMkLst>
            <pc:docMk/>
            <pc:sldMk cId="1248147895" sldId="269"/>
            <ac:spMk id="6" creationId="{4E3897F8-BBC1-5A9E-A07A-6629D5105BE7}"/>
          </ac:spMkLst>
        </pc:spChg>
      </pc:sldChg>
      <pc:sldChg chg="delSp modSp new mod">
        <pc:chgData name="Александра Бочарова" userId="23990a4ced122c3d" providerId="LiveId" clId="{9BB9C9CA-3806-4536-8494-E41C394B85D9}" dt="2022-07-28T09:29:46.932" v="654" actId="478"/>
        <pc:sldMkLst>
          <pc:docMk/>
          <pc:sldMk cId="2492239102" sldId="270"/>
        </pc:sldMkLst>
        <pc:spChg chg="del">
          <ac:chgData name="Александра Бочарова" userId="23990a4ced122c3d" providerId="LiveId" clId="{9BB9C9CA-3806-4536-8494-E41C394B85D9}" dt="2022-07-28T09:29:46.932" v="654" actId="478"/>
          <ac:spMkLst>
            <pc:docMk/>
            <pc:sldMk cId="2492239102" sldId="270"/>
            <ac:spMk id="2" creationId="{63484D49-531E-3DDE-5D9C-B185927B1294}"/>
          </ac:spMkLst>
        </pc:spChg>
        <pc:spChg chg="mod">
          <ac:chgData name="Александра Бочарова" userId="23990a4ced122c3d" providerId="LiveId" clId="{9BB9C9CA-3806-4536-8494-E41C394B85D9}" dt="2022-07-28T09:29:39.184" v="653" actId="20577"/>
          <ac:spMkLst>
            <pc:docMk/>
            <pc:sldMk cId="2492239102" sldId="270"/>
            <ac:spMk id="4" creationId="{F747CC28-D76C-BF2E-E6C2-001EA2525CAD}"/>
          </ac:spMkLst>
        </pc:spChg>
      </pc:sldChg>
      <pc:sldChg chg="add">
        <pc:chgData name="Александра Бочарова" userId="23990a4ced122c3d" providerId="LiveId" clId="{9BB9C9CA-3806-4536-8494-E41C394B85D9}" dt="2022-07-28T09:31:46.190" v="656" actId="2890"/>
        <pc:sldMkLst>
          <pc:docMk/>
          <pc:sldMk cId="3742280270" sldId="271"/>
        </pc:sldMkLst>
      </pc:sldChg>
    </pc:docChg>
  </pc:docChgLst>
  <pc:docChgLst>
    <pc:chgData name="Александра Бочарова" userId="23990a4ced122c3d" providerId="LiveId" clId="{343762B5-FB67-4884-BF63-CD2C8E6BE18E}"/>
    <pc:docChg chg="custSel modSld">
      <pc:chgData name="Александра Бочарова" userId="23990a4ced122c3d" providerId="LiveId" clId="{343762B5-FB67-4884-BF63-CD2C8E6BE18E}" dt="2022-07-28T12:26:29.391" v="0" actId="478"/>
      <pc:docMkLst>
        <pc:docMk/>
      </pc:docMkLst>
      <pc:sldChg chg="delSp mod">
        <pc:chgData name="Александра Бочарова" userId="23990a4ced122c3d" providerId="LiveId" clId="{343762B5-FB67-4884-BF63-CD2C8E6BE18E}" dt="2022-07-28T12:26:29.391" v="0" actId="478"/>
        <pc:sldMkLst>
          <pc:docMk/>
          <pc:sldMk cId="3742280270" sldId="271"/>
        </pc:sldMkLst>
        <pc:spChg chg="del">
          <ac:chgData name="Александра Бочарова" userId="23990a4ced122c3d" providerId="LiveId" clId="{343762B5-FB67-4884-BF63-CD2C8E6BE18E}" dt="2022-07-28T12:26:29.391" v="0" actId="478"/>
          <ac:spMkLst>
            <pc:docMk/>
            <pc:sldMk cId="3742280270" sldId="271"/>
            <ac:spMk id="2" creationId="{00000000-0000-0000-0000-000000000000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FC8F61-8705-440C-8B29-6BD7C90BE63C}" type="datetimeFigureOut">
              <a:rPr lang="ru-RU" smtClean="0"/>
              <a:pPr/>
              <a:t>07.10.2025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BE808-1554-468C-B2C2-0DAAB620BEF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9018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896A2-B392-49D6-B011-BDC8CAECD43A}" type="datetimeFigureOut">
              <a:rPr lang="ru-RU" smtClean="0"/>
              <a:pPr/>
              <a:t>07.10.2025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9DFDB-5F00-45A8-8ECA-5F26B55FE99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0673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86130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72261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58391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344522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930652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516782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102913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689043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6148431" y="-1"/>
            <a:ext cx="6041982" cy="68595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281" y="1841949"/>
            <a:ext cx="5753344" cy="2844046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14281" y="4685995"/>
            <a:ext cx="5753344" cy="1078445"/>
          </a:xfrm>
        </p:spPr>
        <p:txBody>
          <a:bodyPr>
            <a:normAutofit/>
          </a:bodyPr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586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72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583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44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306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167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1029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890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1111" y="6357823"/>
            <a:ext cx="7714245" cy="36521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1784630" y="687152"/>
            <a:ext cx="4012647" cy="826257"/>
          </a:xfrm>
          <a:prstGeom prst="rect">
            <a:avLst/>
          </a:prstGeom>
          <a:noFill/>
        </p:spPr>
        <p:txBody>
          <a:bodyPr wrap="none" lIns="117226" tIns="58613" rIns="117226" bIns="58613" rtlCol="0">
            <a:spAutoFit/>
          </a:bodyPr>
          <a:lstStyle/>
          <a:p>
            <a:pPr marL="0" marR="0" indent="0" algn="ctr" defTabSz="11722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dirty="0">
                <a:solidFill>
                  <a:schemeClr val="bg1"/>
                </a:solidFill>
                <a:latin typeface="+mj-lt"/>
              </a:rPr>
              <a:t>Череповецкий</a:t>
            </a:r>
            <a:endParaRPr lang="en-US" b="0" i="0" dirty="0">
              <a:solidFill>
                <a:schemeClr val="bg1"/>
              </a:solidFill>
              <a:latin typeface="+mj-lt"/>
            </a:endParaRPr>
          </a:p>
          <a:p>
            <a:pPr marL="0" marR="0" indent="0" algn="ctr" defTabSz="11722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dirty="0">
                <a:solidFill>
                  <a:schemeClr val="bg1"/>
                </a:solidFill>
                <a:latin typeface="+mj-lt"/>
              </a:rPr>
              <a:t>государственный университет</a:t>
            </a:r>
            <a:endParaRPr lang="ru-RU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pic>
        <p:nvPicPr>
          <p:cNvPr id="8" name="Picture 6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09521" y="983009"/>
            <a:ext cx="10971372" cy="5144573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9" name="Picture 6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1508036" y="0"/>
            <a:ext cx="682377" cy="777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3" name="Прямая соединительная линия 12"/>
          <p:cNvCxnSpPr/>
          <p:nvPr userDrawn="1"/>
        </p:nvCxnSpPr>
        <p:spPr>
          <a:xfrm>
            <a:off x="6118257" y="983009"/>
            <a:ext cx="0" cy="5144573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Содержимое 2"/>
          <p:cNvSpPr>
            <a:spLocks noGrp="1"/>
          </p:cNvSpPr>
          <p:nvPr>
            <p:ph idx="1"/>
          </p:nvPr>
        </p:nvSpPr>
        <p:spPr>
          <a:xfrm>
            <a:off x="512515" y="983009"/>
            <a:ext cx="5434286" cy="5144572"/>
          </a:xfrm>
        </p:spPr>
        <p:txBody>
          <a:bodyPr anchor="ctr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7" name="Содержимое 2"/>
          <p:cNvSpPr>
            <a:spLocks noGrp="1"/>
          </p:cNvSpPr>
          <p:nvPr>
            <p:ph idx="16"/>
          </p:nvPr>
        </p:nvSpPr>
        <p:spPr>
          <a:xfrm>
            <a:off x="6289712" y="983009"/>
            <a:ext cx="5434286" cy="5144572"/>
          </a:xfrm>
        </p:spPr>
        <p:txBody>
          <a:bodyPr anchor="ctr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pic>
        <p:nvPicPr>
          <p:cNvPr id="12" name="Picture 6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три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11110" y="983010"/>
            <a:ext cx="3611023" cy="5144572"/>
          </a:xfrm>
        </p:spPr>
        <p:txBody>
          <a:bodyPr anchor="ctr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3" name="Прямая соединительная линия 12"/>
          <p:cNvCxnSpPr/>
          <p:nvPr userDrawn="1"/>
        </p:nvCxnSpPr>
        <p:spPr>
          <a:xfrm>
            <a:off x="4105386" y="983009"/>
            <a:ext cx="0" cy="5144573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Содержимое 2"/>
          <p:cNvSpPr>
            <a:spLocks noGrp="1"/>
          </p:cNvSpPr>
          <p:nvPr>
            <p:ph idx="13"/>
          </p:nvPr>
        </p:nvSpPr>
        <p:spPr>
          <a:xfrm>
            <a:off x="4288638" y="983010"/>
            <a:ext cx="3611023" cy="5144571"/>
          </a:xfrm>
        </p:spPr>
        <p:txBody>
          <a:bodyPr anchor="ctr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cxnSp>
        <p:nvCxnSpPr>
          <p:cNvPr id="11" name="Прямая соединительная линия 10"/>
          <p:cNvCxnSpPr/>
          <p:nvPr userDrawn="1"/>
        </p:nvCxnSpPr>
        <p:spPr>
          <a:xfrm>
            <a:off x="8082913" y="983009"/>
            <a:ext cx="0" cy="5144573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Содержимое 2"/>
          <p:cNvSpPr>
            <a:spLocks noGrp="1"/>
          </p:cNvSpPr>
          <p:nvPr>
            <p:ph idx="14"/>
          </p:nvPr>
        </p:nvSpPr>
        <p:spPr>
          <a:xfrm>
            <a:off x="8266164" y="983010"/>
            <a:ext cx="3611023" cy="5144572"/>
          </a:xfrm>
        </p:spPr>
        <p:txBody>
          <a:bodyPr anchor="ctr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pic>
        <p:nvPicPr>
          <p:cNvPr id="15" name="Picture 6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Прямоугольник 4"/>
          <p:cNvSpPr/>
          <p:nvPr userDrawn="1"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Содержимое 2"/>
          <p:cNvSpPr>
            <a:spLocks noGrp="1"/>
          </p:cNvSpPr>
          <p:nvPr>
            <p:ph idx="13"/>
          </p:nvPr>
        </p:nvSpPr>
        <p:spPr>
          <a:xfrm>
            <a:off x="6174715" y="983009"/>
            <a:ext cx="5517482" cy="5144573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4"/>
          </p:nvPr>
        </p:nvSpPr>
        <p:spPr>
          <a:xfrm>
            <a:off x="524514" y="983208"/>
            <a:ext cx="5517690" cy="5144691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pic>
        <p:nvPicPr>
          <p:cNvPr id="10" name="Picture 6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и объект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Прямоугольник 4"/>
          <p:cNvSpPr/>
          <p:nvPr userDrawn="1"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Содержимое 2"/>
          <p:cNvSpPr>
            <a:spLocks noGrp="1"/>
          </p:cNvSpPr>
          <p:nvPr>
            <p:ph idx="13"/>
          </p:nvPr>
        </p:nvSpPr>
        <p:spPr>
          <a:xfrm>
            <a:off x="524514" y="3932036"/>
            <a:ext cx="11167682" cy="2195546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4"/>
          </p:nvPr>
        </p:nvSpPr>
        <p:spPr>
          <a:xfrm>
            <a:off x="524514" y="983208"/>
            <a:ext cx="11167682" cy="279612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pic>
        <p:nvPicPr>
          <p:cNvPr id="10" name="Picture 6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Прямоугольник 4"/>
          <p:cNvSpPr/>
          <p:nvPr userDrawn="1"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pic>
        <p:nvPicPr>
          <p:cNvPr id="7" name="Picture 6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г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18"/>
          <p:cNvSpPr>
            <a:spLocks noGrp="1"/>
          </p:cNvSpPr>
          <p:nvPr>
            <p:ph type="body" sz="quarter" idx="24"/>
          </p:nvPr>
        </p:nvSpPr>
        <p:spPr>
          <a:xfrm>
            <a:off x="2088070" y="3878127"/>
            <a:ext cx="3667705" cy="141955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22" name="Текст 18"/>
          <p:cNvSpPr>
            <a:spLocks noGrp="1"/>
          </p:cNvSpPr>
          <p:nvPr>
            <p:ph type="body" sz="quarter" idx="26"/>
          </p:nvPr>
        </p:nvSpPr>
        <p:spPr>
          <a:xfrm>
            <a:off x="7802084" y="3876272"/>
            <a:ext cx="3667705" cy="141955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24" name="Текст 18"/>
          <p:cNvSpPr>
            <a:spLocks noGrp="1"/>
          </p:cNvSpPr>
          <p:nvPr>
            <p:ph type="body" sz="quarter" idx="28"/>
          </p:nvPr>
        </p:nvSpPr>
        <p:spPr>
          <a:xfrm>
            <a:off x="7802084" y="1620535"/>
            <a:ext cx="3667705" cy="141955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9" name="Текст 18"/>
          <p:cNvSpPr>
            <a:spLocks noGrp="1"/>
          </p:cNvSpPr>
          <p:nvPr>
            <p:ph type="body" sz="quarter" idx="23"/>
          </p:nvPr>
        </p:nvSpPr>
        <p:spPr>
          <a:xfrm>
            <a:off x="2088879" y="1619625"/>
            <a:ext cx="3667705" cy="141955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sp>
        <p:nvSpPr>
          <p:cNvPr id="15" name="Заголовок 1"/>
          <p:cNvSpPr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6" name="Picture 6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Рисунок 25"/>
          <p:cNvSpPr>
            <a:spLocks noGrp="1"/>
          </p:cNvSpPr>
          <p:nvPr>
            <p:ph type="pic" sz="quarter" idx="30"/>
          </p:nvPr>
        </p:nvSpPr>
        <p:spPr>
          <a:xfrm>
            <a:off x="758776" y="1813465"/>
            <a:ext cx="1031875" cy="1031875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ru-RU"/>
          </a:p>
        </p:txBody>
      </p:sp>
      <p:sp>
        <p:nvSpPr>
          <p:cNvPr id="27" name="Рисунок 25"/>
          <p:cNvSpPr>
            <a:spLocks noGrp="1"/>
          </p:cNvSpPr>
          <p:nvPr>
            <p:ph type="pic" sz="quarter" idx="31"/>
          </p:nvPr>
        </p:nvSpPr>
        <p:spPr>
          <a:xfrm>
            <a:off x="6464251" y="1813465"/>
            <a:ext cx="1031875" cy="1031875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ru-RU"/>
          </a:p>
        </p:txBody>
      </p:sp>
      <p:sp>
        <p:nvSpPr>
          <p:cNvPr id="28" name="Рисунок 25"/>
          <p:cNvSpPr>
            <a:spLocks noGrp="1"/>
          </p:cNvSpPr>
          <p:nvPr>
            <p:ph type="pic" sz="quarter" idx="32"/>
          </p:nvPr>
        </p:nvSpPr>
        <p:spPr>
          <a:xfrm>
            <a:off x="6464251" y="4070112"/>
            <a:ext cx="1031875" cy="1031875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ru-RU"/>
          </a:p>
        </p:txBody>
      </p:sp>
      <p:sp>
        <p:nvSpPr>
          <p:cNvPr id="29" name="Рисунок 25"/>
          <p:cNvSpPr>
            <a:spLocks noGrp="1"/>
          </p:cNvSpPr>
          <p:nvPr>
            <p:ph type="pic" sz="quarter" idx="33"/>
          </p:nvPr>
        </p:nvSpPr>
        <p:spPr>
          <a:xfrm>
            <a:off x="758776" y="4070112"/>
            <a:ext cx="1031875" cy="1031875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аблица 1"/>
          <p:cNvSpPr>
            <a:spLocks noGrp="1"/>
          </p:cNvSpPr>
          <p:nvPr userDrawn="1">
            <p:ph type="tbl" sz="quarter" idx="12"/>
          </p:nvPr>
        </p:nvSpPr>
        <p:spPr>
          <a:xfrm>
            <a:off x="487617" y="2109174"/>
            <a:ext cx="11204580" cy="4027474"/>
          </a:xfrm>
        </p:spPr>
      </p:sp>
      <p:sp>
        <p:nvSpPr>
          <p:cNvPr id="3" name="Нижний колонтитул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sp>
        <p:nvSpPr>
          <p:cNvPr id="9" name="Заголовок 1"/>
          <p:cNvSpPr txBox="1">
            <a:spLocks/>
          </p:cNvSpPr>
          <p:nvPr userDrawn="1"/>
        </p:nvSpPr>
        <p:spPr>
          <a:xfrm>
            <a:off x="311110" y="1"/>
            <a:ext cx="11119190" cy="777014"/>
          </a:xfrm>
          <a:prstGeom prst="rect">
            <a:avLst/>
          </a:prstGeom>
        </p:spPr>
        <p:txBody>
          <a:bodyPr vert="horz" lIns="117226" tIns="58613" rIns="117226" bIns="58613" rtlCol="0" anchor="ctr">
            <a:normAutofit/>
          </a:bodyPr>
          <a:lstStyle>
            <a:lvl1pPr algn="l">
              <a:defRPr/>
            </a:lvl1pPr>
          </a:lstStyle>
          <a:p>
            <a:pPr marL="0" marR="0" lvl="0" indent="0" algn="l" defTabSz="1172261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Образец заголовка</a:t>
            </a:r>
          </a:p>
        </p:txBody>
      </p:sp>
      <p:sp>
        <p:nvSpPr>
          <p:cNvPr id="12" name="Текст 10"/>
          <p:cNvSpPr>
            <a:spLocks noGrp="1"/>
          </p:cNvSpPr>
          <p:nvPr>
            <p:ph type="body" sz="quarter" idx="14"/>
          </p:nvPr>
        </p:nvSpPr>
        <p:spPr>
          <a:xfrm>
            <a:off x="487616" y="991957"/>
            <a:ext cx="11204580" cy="1117217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pic>
        <p:nvPicPr>
          <p:cNvPr id="10" name="Picture 6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Прямоугольник 4"/>
          <p:cNvSpPr/>
          <p:nvPr userDrawn="1"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sp>
        <p:nvSpPr>
          <p:cNvPr id="7" name="Заголовок 1"/>
          <p:cNvSpPr txBox="1">
            <a:spLocks/>
          </p:cNvSpPr>
          <p:nvPr userDrawn="1"/>
        </p:nvSpPr>
        <p:spPr>
          <a:xfrm>
            <a:off x="311110" y="1"/>
            <a:ext cx="11119190" cy="777014"/>
          </a:xfrm>
          <a:prstGeom prst="rect">
            <a:avLst/>
          </a:prstGeom>
        </p:spPr>
        <p:txBody>
          <a:bodyPr vert="horz" lIns="117226" tIns="58613" rIns="117226" bIns="58613" rtlCol="0" anchor="ctr">
            <a:normAutofit/>
          </a:bodyPr>
          <a:lstStyle>
            <a:lvl1pPr algn="l">
              <a:defRPr/>
            </a:lvl1pPr>
          </a:lstStyle>
          <a:p>
            <a:pPr marL="0" marR="0" lvl="0" indent="0" algn="l" defTabSz="1172261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Образец заголовка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16"/>
          </p:nvPr>
        </p:nvSpPr>
        <p:spPr>
          <a:xfrm>
            <a:off x="561820" y="3263209"/>
            <a:ext cx="2657551" cy="2615756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5" name="Текст 13"/>
          <p:cNvSpPr>
            <a:spLocks noGrp="1"/>
          </p:cNvSpPr>
          <p:nvPr>
            <p:ph type="body" sz="quarter" idx="17"/>
          </p:nvPr>
        </p:nvSpPr>
        <p:spPr>
          <a:xfrm>
            <a:off x="3390024" y="3262396"/>
            <a:ext cx="2657551" cy="2615756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6" name="Текст 13"/>
          <p:cNvSpPr>
            <a:spLocks noGrp="1"/>
          </p:cNvSpPr>
          <p:nvPr>
            <p:ph type="body" sz="quarter" idx="18"/>
          </p:nvPr>
        </p:nvSpPr>
        <p:spPr>
          <a:xfrm>
            <a:off x="6218227" y="3262396"/>
            <a:ext cx="2657551" cy="2615756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7" name="Текст 13"/>
          <p:cNvSpPr>
            <a:spLocks noGrp="1"/>
          </p:cNvSpPr>
          <p:nvPr>
            <p:ph type="body" sz="quarter" idx="19"/>
          </p:nvPr>
        </p:nvSpPr>
        <p:spPr>
          <a:xfrm>
            <a:off x="9046431" y="3262396"/>
            <a:ext cx="2657551" cy="2615756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pic>
        <p:nvPicPr>
          <p:cNvPr id="18" name="Picture 6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Рисунок 19"/>
          <p:cNvSpPr>
            <a:spLocks noGrp="1"/>
          </p:cNvSpPr>
          <p:nvPr>
            <p:ph type="pic" sz="quarter" idx="20"/>
          </p:nvPr>
        </p:nvSpPr>
        <p:spPr>
          <a:xfrm>
            <a:off x="859466" y="1112742"/>
            <a:ext cx="2062258" cy="2062258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ru-RU" dirty="0"/>
          </a:p>
        </p:txBody>
      </p:sp>
      <p:sp>
        <p:nvSpPr>
          <p:cNvPr id="21" name="Рисунок 19"/>
          <p:cNvSpPr>
            <a:spLocks noGrp="1"/>
          </p:cNvSpPr>
          <p:nvPr>
            <p:ph type="pic" sz="quarter" idx="21"/>
          </p:nvPr>
        </p:nvSpPr>
        <p:spPr>
          <a:xfrm>
            <a:off x="3687670" y="1112742"/>
            <a:ext cx="2062258" cy="2062258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ru-RU" dirty="0"/>
          </a:p>
        </p:txBody>
      </p:sp>
      <p:sp>
        <p:nvSpPr>
          <p:cNvPr id="22" name="Рисунок 19"/>
          <p:cNvSpPr>
            <a:spLocks noGrp="1"/>
          </p:cNvSpPr>
          <p:nvPr>
            <p:ph type="pic" sz="quarter" idx="22"/>
          </p:nvPr>
        </p:nvSpPr>
        <p:spPr>
          <a:xfrm>
            <a:off x="6515873" y="1112742"/>
            <a:ext cx="2062258" cy="2062258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ru-RU" dirty="0"/>
          </a:p>
        </p:txBody>
      </p:sp>
      <p:sp>
        <p:nvSpPr>
          <p:cNvPr id="23" name="Рисунок 19"/>
          <p:cNvSpPr>
            <a:spLocks noGrp="1"/>
          </p:cNvSpPr>
          <p:nvPr>
            <p:ph type="pic" sz="quarter" idx="23"/>
          </p:nvPr>
        </p:nvSpPr>
        <p:spPr>
          <a:xfrm>
            <a:off x="9344077" y="1112742"/>
            <a:ext cx="2062258" cy="2062258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521" y="274701"/>
            <a:ext cx="10971372" cy="1143265"/>
          </a:xfrm>
          <a:prstGeom prst="rect">
            <a:avLst/>
          </a:prstGeom>
        </p:spPr>
        <p:txBody>
          <a:bodyPr vert="horz" lIns="117226" tIns="58613" rIns="117226" bIns="58613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521" y="1600571"/>
            <a:ext cx="10971372" cy="4527011"/>
          </a:xfrm>
          <a:prstGeom prst="rect">
            <a:avLst/>
          </a:prstGeom>
        </p:spPr>
        <p:txBody>
          <a:bodyPr vert="horz" lIns="117226" tIns="58613" rIns="117226" bIns="58613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1111" y="6357823"/>
            <a:ext cx="7714245" cy="365210"/>
          </a:xfrm>
          <a:prstGeom prst="rect">
            <a:avLst/>
          </a:prstGeom>
        </p:spPr>
        <p:txBody>
          <a:bodyPr vert="horz" lIns="117226" tIns="58613" rIns="117226" bIns="58613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119776" y="6357823"/>
            <a:ext cx="757411" cy="365210"/>
          </a:xfrm>
          <a:prstGeom prst="rect">
            <a:avLst/>
          </a:prstGeom>
        </p:spPr>
        <p:txBody>
          <a:bodyPr vert="horz" lIns="117226" tIns="58613" rIns="117226" bIns="58613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dt="0"/>
  <p:txStyles>
    <p:titleStyle>
      <a:lvl1pPr algn="l" defTabSz="1172261" rtl="0" eaLnBrk="1" latinLnBrk="0" hangingPunct="1">
        <a:spcBef>
          <a:spcPct val="0"/>
        </a:spcBef>
        <a:buNone/>
        <a:defRPr sz="31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036" indent="-2036" algn="l" defTabSz="1172261" rtl="0" eaLnBrk="1" latinLnBrk="0" hangingPunct="1">
        <a:spcBef>
          <a:spcPct val="20000"/>
        </a:spcBef>
        <a:buFont typeface="Arial" pitchFamily="34" charset="0"/>
        <a:buNone/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461985" indent="-4070" algn="l" defTabSz="1172261" rtl="0" eaLnBrk="1" latinLnBrk="0" hangingPunct="1">
        <a:spcBef>
          <a:spcPct val="20000"/>
        </a:spcBef>
        <a:buFont typeface="Arial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373744" indent="2036" algn="l" defTabSz="1172261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bg1">
              <a:lumMod val="75000"/>
            </a:schemeClr>
          </a:solidFill>
          <a:latin typeface="+mn-lt"/>
          <a:ea typeface="+mn-ea"/>
          <a:cs typeface="+mn-cs"/>
        </a:defRPr>
      </a:lvl3pPr>
      <a:lvl4pPr marL="2051456" indent="-293065" algn="l" defTabSz="1172261" rtl="0" eaLnBrk="1" latinLnBrk="0" hangingPunct="1">
        <a:spcBef>
          <a:spcPct val="20000"/>
        </a:spcBef>
        <a:buFont typeface="Arial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37587" indent="-293065" algn="l" defTabSz="1172261" rtl="0" eaLnBrk="1" latinLnBrk="0" hangingPunct="1">
        <a:spcBef>
          <a:spcPct val="20000"/>
        </a:spcBef>
        <a:buFont typeface="Arial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23717" indent="-293065" algn="l" defTabSz="1172261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09848" indent="-293065" algn="l" defTabSz="1172261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395978" indent="-293065" algn="l" defTabSz="1172261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4982108" indent="-293065" algn="l" defTabSz="1172261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86130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72261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58391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44522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930652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516782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102913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689043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___Microsoft_Word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12" Type="http://schemas.openxmlformats.org/officeDocument/2006/relationships/image" Target="../media/image14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jpeg"/><Relationship Id="rId11" Type="http://schemas.openxmlformats.org/officeDocument/2006/relationships/image" Target="../media/image13.jpeg"/><Relationship Id="rId5" Type="http://schemas.openxmlformats.org/officeDocument/2006/relationships/image" Target="../media/image7.jpeg"/><Relationship Id="rId10" Type="http://schemas.openxmlformats.org/officeDocument/2006/relationships/image" Target="../media/image12.jpeg"/><Relationship Id="rId4" Type="http://schemas.openxmlformats.org/officeDocument/2006/relationships/image" Target="../media/image6.jpeg"/><Relationship Id="rId9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Тема </a:t>
            </a:r>
            <a:r>
              <a:rPr lang="ru-RU" dirty="0"/>
              <a:t>проекта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>
                <a:solidFill>
                  <a:srgbClr val="000000">
                    <a:tint val="75000"/>
                  </a:srgbClr>
                </a:solidFill>
              </a:rPr>
              <a:pPr/>
              <a:t>2</a:t>
            </a:fld>
            <a:endParaRPr lang="ru-RU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Проблемная ситуация</a:t>
            </a:r>
            <a:endParaRPr lang="ru-RU" dirty="0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609521" y="983009"/>
            <a:ext cx="10971372" cy="1303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Описание проблемной </a:t>
            </a:r>
            <a:r>
              <a:rPr lang="ru-RU" dirty="0"/>
              <a:t>ситуации. </a:t>
            </a:r>
            <a:r>
              <a:rPr lang="ru-RU" sz="1800" dirty="0"/>
              <a:t>Опишите конкретную проблемную ситуацию, решению (снижению) остроты которой посвящен проект. Дайте обоснование значимости и остроты проблемной ситуации в настоящее время, ссылайтесь на факты и статистические данные, мониторинг проблемного поля, результаты опросов или </a:t>
            </a:r>
            <a:r>
              <a:rPr lang="ru-RU" sz="1800" dirty="0" err="1" smtClean="0"/>
              <a:t>анкетирований</a:t>
            </a:r>
            <a:r>
              <a:rPr lang="ru-RU" sz="1800" dirty="0" smtClean="0"/>
              <a:t>.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596323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" name="Google Shape;118;p2"/>
          <p:cNvGraphicFramePr/>
          <p:nvPr>
            <p:extLst>
              <p:ext uri="{D42A27DB-BD31-4B8C-83A1-F6EECF244321}">
                <p14:modId xmlns:p14="http://schemas.microsoft.com/office/powerpoint/2010/main" val="274427030"/>
              </p:ext>
            </p:extLst>
          </p:nvPr>
        </p:nvGraphicFramePr>
        <p:xfrm>
          <a:off x="419100" y="1095601"/>
          <a:ext cx="11161700" cy="520042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5808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904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904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10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none" strike="noStrike" cap="none" dirty="0">
                          <a:solidFill>
                            <a:schemeClr val="bg1"/>
                          </a:solidFill>
                        </a:rPr>
                        <a:t>Проблема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dirty="0">
                          <a:solidFill>
                            <a:schemeClr val="bg1"/>
                          </a:solidFill>
                        </a:rPr>
                        <a:t>Показатели эффективности</a:t>
                      </a:r>
                      <a:endParaRPr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020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Проблема – это ситуация, которую нужно разрешить, или потребность, которую нужно удовлетворить. Проблема должна быть решаема в рамках проекта и носить конкретный не глобальный характер.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Здесь должны содержаться четкие показатели (3-6 показателей), по которым можно оценить  планируемые результаты проекта. Благодаря этим показателям можно проверить достижимость цели.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24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dirty="0">
                          <a:solidFill>
                            <a:schemeClr val="lt1"/>
                          </a:solidFill>
                        </a:rPr>
                        <a:t>Цель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dirty="0">
                          <a:solidFill>
                            <a:schemeClr val="lt1"/>
                          </a:solidFill>
                        </a:rPr>
                        <a:t>Тип</a:t>
                      </a:r>
                      <a:r>
                        <a:rPr lang="ru-RU" sz="2000" b="1" baseline="0" dirty="0">
                          <a:solidFill>
                            <a:schemeClr val="lt1"/>
                          </a:solidFill>
                        </a:rPr>
                        <a:t> проекта</a:t>
                      </a:r>
                      <a:endParaRPr sz="2000" b="1" dirty="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dirty="0">
                          <a:solidFill>
                            <a:schemeClr val="lt1"/>
                          </a:solidFill>
                        </a:rPr>
                        <a:t>Сложность проекта</a:t>
                      </a:r>
                      <a:endParaRPr sz="2000" b="1" dirty="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020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Цель проекта – решить описанную проблему. Она должна быть в принципе достижима в обозначенные сроки и с теми затратами, которые указаны в бюджете. При формулировании цели опирайтесь на метод SMART.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* см. </a:t>
                      </a:r>
                      <a:r>
                        <a:rPr lang="ru-RU" sz="1400" dirty="0" smtClean="0"/>
                        <a:t>требования </a:t>
                      </a:r>
                      <a:r>
                        <a:rPr lang="ru-RU" sz="1400" dirty="0"/>
                        <a:t>к </a:t>
                      </a:r>
                      <a:r>
                        <a:rPr lang="ru-RU" sz="1400" dirty="0" smtClean="0"/>
                        <a:t>типам проектов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 smtClean="0"/>
                        <a:t>* см. требования к типам проектов</a:t>
                      </a:r>
                      <a:endParaRPr lang="ru-RU"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15049">
                <a:tc gridSpan="3">
                  <a:txBody>
                    <a:bodyPr/>
                    <a:lstStyle/>
                    <a:p>
                      <a:pPr marL="0" marR="0" lvl="0" indent="0" algn="l" defTabSz="11722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Описание продуктового результата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dirty="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47474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Необходимо кратко описать, что по результату вашей работы получит заказчик (что конкретно передаем заказчику), или какие услуги и в каком объеме будут оказаны.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dirty="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25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dirty="0">
                          <a:solidFill>
                            <a:schemeClr val="lt1"/>
                          </a:solidFill>
                        </a:rPr>
                        <a:t>Срок реализации проекта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dirty="0">
                          <a:solidFill>
                            <a:schemeClr val="lt1"/>
                          </a:solidFill>
                        </a:rPr>
                        <a:t>Заказчик</a:t>
                      </a:r>
                      <a:endParaRPr sz="2000" b="1" dirty="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755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Формат записи: ДД.ММ.ГГГГ – ДД.ММ.ГГГГ.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Организация-заказчик: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Представитель заказчика: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11119776" y="6357823"/>
            <a:ext cx="757411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  <p:sp>
        <p:nvSpPr>
          <p:cNvPr id="120" name="Google Shape;120;p2"/>
          <p:cNvSpPr txBox="1"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Calibri"/>
              <a:buNone/>
            </a:pPr>
            <a:r>
              <a:rPr lang="ru-RU" dirty="0"/>
              <a:t>Карточка проекта «</a:t>
            </a:r>
            <a:r>
              <a:rPr lang="ru-RU" sz="2000" dirty="0"/>
              <a:t>тема </a:t>
            </a:r>
            <a:r>
              <a:rPr lang="ru-RU" sz="2000" dirty="0" smtClean="0"/>
              <a:t>проекта………..</a:t>
            </a:r>
            <a:r>
              <a:rPr lang="ru-RU" dirty="0" smtClean="0"/>
              <a:t>»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7177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Calibri"/>
              <a:buNone/>
            </a:pPr>
            <a:r>
              <a:rPr lang="ru-RU"/>
              <a:t>Обзор существующих решений</a:t>
            </a:r>
            <a:endParaRPr/>
          </a:p>
        </p:txBody>
      </p:sp>
      <p:sp>
        <p:nvSpPr>
          <p:cNvPr id="126" name="Google Shape;126;p3"/>
          <p:cNvSpPr txBox="1">
            <a:spLocks noGrp="1"/>
          </p:cNvSpPr>
          <p:nvPr>
            <p:ph type="body" idx="1"/>
          </p:nvPr>
        </p:nvSpPr>
        <p:spPr>
          <a:xfrm>
            <a:off x="609521" y="983010"/>
            <a:ext cx="10971372" cy="1083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t" anchorCtr="0">
            <a:normAutofit/>
          </a:bodyPr>
          <a:lstStyle/>
          <a:p>
            <a:pPr marL="2036" lvl="0" indent="-203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/>
              <a:t>На данном слайде приводится краткий обзор методов, которые уже применяются для решения обозначенной проблемы. Можно учитывать опыт как зарубежных, так и отечественных вариантов решений.  </a:t>
            </a:r>
            <a:endParaRPr/>
          </a:p>
          <a:p>
            <a:pPr marL="2036" lvl="0" indent="-2036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/>
              <a:t>В случае работы с уже известными методами (с известной, определенной, конкретной технологией) проводится анализ существующих аналогов. </a:t>
            </a:r>
            <a:endParaRPr/>
          </a:p>
        </p:txBody>
      </p:sp>
      <p:sp>
        <p:nvSpPr>
          <p:cNvPr id="127" name="Google Shape;127;p3"/>
          <p:cNvSpPr txBox="1">
            <a:spLocks noGrp="1"/>
          </p:cNvSpPr>
          <p:nvPr>
            <p:ph type="sldNum" idx="12"/>
          </p:nvPr>
        </p:nvSpPr>
        <p:spPr>
          <a:xfrm>
            <a:off x="11119776" y="6357823"/>
            <a:ext cx="757411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rgbClr val="888888"/>
                </a:solidFill>
              </a:rPr>
              <a:t>4</a:t>
            </a:fld>
            <a:endParaRPr>
              <a:solidFill>
                <a:srgbClr val="888888"/>
              </a:solidFill>
            </a:endParaRPr>
          </a:p>
        </p:txBody>
      </p:sp>
      <p:graphicFrame>
        <p:nvGraphicFramePr>
          <p:cNvPr id="128" name="Google Shape;128;p3"/>
          <p:cNvGraphicFramePr/>
          <p:nvPr>
            <p:extLst>
              <p:ext uri="{D42A27DB-BD31-4B8C-83A1-F6EECF244321}">
                <p14:modId xmlns:p14="http://schemas.microsoft.com/office/powerpoint/2010/main" val="455351414"/>
              </p:ext>
            </p:extLst>
          </p:nvPr>
        </p:nvGraphicFramePr>
        <p:xfrm>
          <a:off x="961006" y="2905521"/>
          <a:ext cx="10268400" cy="12261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17475"/>
                <a:gridCol w="2820875"/>
                <a:gridCol w="3134925"/>
                <a:gridCol w="3095125"/>
              </a:tblGrid>
              <a:tr h="722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№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Подход к решению проблемы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Где применен (конкретная организация /отрасль и пр.)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Источник (название статьи, ссылка на </a:t>
                      </a:r>
                      <a:r>
                        <a:rPr lang="ru-RU" sz="1100" dirty="0" err="1">
                          <a:latin typeface="Arial"/>
                          <a:ea typeface="Arial"/>
                          <a:cs typeface="Arial"/>
                          <a:sym typeface="Arial"/>
                        </a:rPr>
                        <a:t>интернет-ресурс</a:t>
                      </a: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и пр.)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262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9" name="Google Shape;129;p3"/>
          <p:cNvSpPr/>
          <p:nvPr/>
        </p:nvSpPr>
        <p:spPr>
          <a:xfrm>
            <a:off x="609521" y="2381250"/>
            <a:ext cx="101631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Обзор существующих подходов к решению обозначенной проблемы</a:t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609521" y="4533841"/>
            <a:ext cx="103352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Обзор существующих аналогов продуктового результата</a:t>
            </a:r>
            <a:endParaRPr/>
          </a:p>
        </p:txBody>
      </p:sp>
      <p:graphicFrame>
        <p:nvGraphicFramePr>
          <p:cNvPr id="131" name="Google Shape;131;p3"/>
          <p:cNvGraphicFramePr/>
          <p:nvPr>
            <p:extLst>
              <p:ext uri="{D42A27DB-BD31-4B8C-83A1-F6EECF244321}">
                <p14:modId xmlns:p14="http://schemas.microsoft.com/office/powerpoint/2010/main" val="2682375216"/>
              </p:ext>
            </p:extLst>
          </p:nvPr>
        </p:nvGraphicFramePr>
        <p:xfrm>
          <a:off x="960994" y="5107559"/>
          <a:ext cx="10268425" cy="7879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57400"/>
                <a:gridCol w="2703675"/>
                <a:gridCol w="2703675"/>
                <a:gridCol w="2703675"/>
              </a:tblGrid>
              <a:tr h="139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Критерий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Предлагаемый командой продукт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Аналог 1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Аналог n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Производительность (</a:t>
                      </a:r>
                      <a:r>
                        <a:rPr lang="ru-RU" sz="1100" dirty="0" err="1">
                          <a:latin typeface="Arial"/>
                          <a:ea typeface="Arial"/>
                          <a:cs typeface="Arial"/>
                          <a:sym typeface="Arial"/>
                        </a:rPr>
                        <a:t>ед</a:t>
                      </a: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/мин)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48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52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8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Стоимость (тыс. руб.)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150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149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200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Критерий 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32" name="Google Shape;132;p3"/>
          <p:cNvSpPr txBox="1"/>
          <p:nvPr/>
        </p:nvSpPr>
        <p:spPr>
          <a:xfrm>
            <a:off x="609521" y="6157723"/>
            <a:ext cx="607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Вывод: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99133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График реализации проекта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Опишите дальнейший план работ по проекту (от старта проекта до финала). Можно представить в виде графика, диаграммы</a:t>
            </a:r>
            <a:r>
              <a:rPr lang="ru-RU" dirty="0"/>
              <a:t>, </a:t>
            </a:r>
            <a:r>
              <a:rPr lang="ru-RU" dirty="0" err="1" smtClean="0"/>
              <a:t>инфографики</a:t>
            </a:r>
            <a:r>
              <a:rPr lang="ru-RU" dirty="0" smtClean="0"/>
              <a:t>, скриншота </a:t>
            </a:r>
            <a:r>
              <a:rPr lang="ru-RU" dirty="0"/>
              <a:t>из </a:t>
            </a:r>
            <a:r>
              <a:rPr lang="ru-RU" dirty="0" smtClean="0"/>
              <a:t>программы </a:t>
            </a:r>
            <a:r>
              <a:rPr lang="ru-RU" dirty="0"/>
              <a:t>для управления </a:t>
            </a:r>
            <a:r>
              <a:rPr lang="ru-RU" dirty="0" smtClean="0"/>
              <a:t>проектами.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2280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График реализации проекта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609521" y="983010"/>
            <a:ext cx="10971372" cy="537032"/>
          </a:xfrm>
        </p:spPr>
        <p:txBody>
          <a:bodyPr/>
          <a:lstStyle/>
          <a:p>
            <a:pPr marL="3600" indent="-3600"/>
            <a:r>
              <a:rPr lang="ru-RU" dirty="0"/>
              <a:t>Опишите план работ по проекту (от старта проекта до финала).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6</a:t>
            </a:fld>
            <a:endParaRPr lang="ru-RU"/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8761043"/>
              </p:ext>
            </p:extLst>
          </p:nvPr>
        </p:nvGraphicFramePr>
        <p:xfrm>
          <a:off x="1155690" y="1667480"/>
          <a:ext cx="9879033" cy="4882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Документ" r:id="rId3" imgW="9410625" imgH="4652051" progId="Word.Document.12">
                  <p:embed/>
                </p:oleObj>
              </mc:Choice>
              <mc:Fallback>
                <p:oleObj name="Документ" r:id="rId3" imgW="9410625" imgH="465205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55690" y="1667480"/>
                        <a:ext cx="9879033" cy="48828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55941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Риски проекта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7</a:t>
            </a:fld>
            <a:endParaRPr lang="ru-RU"/>
          </a:p>
        </p:txBody>
      </p:sp>
      <p:graphicFrame>
        <p:nvGraphicFramePr>
          <p:cNvPr id="7" name="Google Shape;128;p3"/>
          <p:cNvGraphicFramePr/>
          <p:nvPr>
            <p:extLst>
              <p:ext uri="{D42A27DB-BD31-4B8C-83A1-F6EECF244321}">
                <p14:modId xmlns:p14="http://schemas.microsoft.com/office/powerpoint/2010/main" val="1059951984"/>
              </p:ext>
            </p:extLst>
          </p:nvPr>
        </p:nvGraphicFramePr>
        <p:xfrm>
          <a:off x="1537176" y="1320568"/>
          <a:ext cx="9050925" cy="286285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20875"/>
                <a:gridCol w="3134925"/>
                <a:gridCol w="3095125"/>
              </a:tblGrid>
              <a:tr h="722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 smtClean="0"/>
                        <a:t>Ключевые риски проекта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 smtClean="0"/>
                        <a:t>Последствия для проекта от наступления риска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 smtClean="0"/>
                        <a:t>Мероприятия по управлению рисками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262750">
                <a:tc>
                  <a:txBody>
                    <a:bodyPr/>
                    <a:lstStyle/>
                    <a:p>
                      <a:pPr marL="0" marR="0" lvl="0" indent="0" algn="l" defTabSz="1172261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 smtClean="0"/>
                        <a:t>В данном столбце необходимо указать ключевые неопределенные события или условия, которые возникают по независящим от команды проекта причинам и оказывают воздействие на сроки, содержание, стоимость или качество проекта.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72261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 smtClean="0"/>
                        <a:t>Для каждого указанного</a:t>
                      </a:r>
                      <a:r>
                        <a:rPr lang="ru-RU" sz="1100" baseline="0" dirty="0" smtClean="0"/>
                        <a:t> </a:t>
                      </a:r>
                      <a:r>
                        <a:rPr lang="ru-RU" sz="1100" dirty="0" smtClean="0"/>
                        <a:t>риска указываются возможные конкретные последствия для сроков, содержания, стоимости или качества проекта.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72261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 smtClean="0"/>
                        <a:t>Для каждого возможного риска указывается отдельное мероприятие (или несколько) по управлению им.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89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89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8749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Бюджет проекта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609521" y="983009"/>
            <a:ext cx="10971372" cy="2255491"/>
          </a:xfrm>
        </p:spPr>
        <p:txBody>
          <a:bodyPr>
            <a:normAutofit/>
          </a:bodyPr>
          <a:lstStyle/>
          <a:p>
            <a:r>
              <a:rPr lang="ru-RU" sz="1800" dirty="0" smtClean="0"/>
              <a:t>Бюджет </a:t>
            </a:r>
            <a:r>
              <a:rPr lang="ru-RU" sz="1800" dirty="0"/>
              <a:t>проекта – это предварительный подсчет всех расходов, которые необходимы для реализации </a:t>
            </a:r>
            <a:r>
              <a:rPr lang="ru-RU" sz="1800" dirty="0" smtClean="0"/>
              <a:t>проекта </a:t>
            </a:r>
            <a:r>
              <a:rPr lang="ru-RU" sz="1800" dirty="0"/>
              <a:t>(запрос на финансирование</a:t>
            </a:r>
            <a:r>
              <a:rPr lang="ru-RU" sz="1800" dirty="0" smtClean="0"/>
              <a:t>)</a:t>
            </a:r>
            <a:r>
              <a:rPr lang="ru-RU" sz="1800" dirty="0" smtClean="0"/>
              <a:t>. </a:t>
            </a:r>
          </a:p>
          <a:p>
            <a:r>
              <a:rPr lang="ru-RU" sz="1800" dirty="0" smtClean="0"/>
              <a:t>Для </a:t>
            </a:r>
            <a:r>
              <a:rPr lang="ru-RU" sz="1800" dirty="0"/>
              <a:t>определения категорий и статей расхода можно опираться на план реализации проекта, а именно на мероприятия указанные в нем</a:t>
            </a:r>
            <a:r>
              <a:rPr lang="ru-RU" sz="1800" dirty="0" smtClean="0"/>
              <a:t>.</a:t>
            </a:r>
          </a:p>
          <a:p>
            <a:endParaRPr lang="ru-RU" sz="1800" dirty="0"/>
          </a:p>
          <a:p>
            <a:r>
              <a:rPr lang="ru-RU" sz="1800" dirty="0" smtClean="0"/>
              <a:t>Перечислите основные статьи затрат по проекту и определите их стоимость.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8</a:t>
            </a:fld>
            <a:endParaRPr lang="ru-RU"/>
          </a:p>
        </p:txBody>
      </p:sp>
      <p:graphicFrame>
        <p:nvGraphicFramePr>
          <p:cNvPr id="7" name="Google Shape;131;p3"/>
          <p:cNvGraphicFramePr/>
          <p:nvPr>
            <p:extLst>
              <p:ext uri="{D42A27DB-BD31-4B8C-83A1-F6EECF244321}">
                <p14:modId xmlns:p14="http://schemas.microsoft.com/office/powerpoint/2010/main" val="3743667371"/>
              </p:ext>
            </p:extLst>
          </p:nvPr>
        </p:nvGraphicFramePr>
        <p:xfrm>
          <a:off x="1273135" y="2933277"/>
          <a:ext cx="9394865" cy="343407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1085"/>
                <a:gridCol w="1984439"/>
                <a:gridCol w="1277705"/>
                <a:gridCol w="1719730"/>
                <a:gridCol w="944583"/>
                <a:gridCol w="885489"/>
                <a:gridCol w="1124448"/>
                <a:gridCol w="1217386"/>
              </a:tblGrid>
              <a:tr h="730002"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defTabSz="1172261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kern="1200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№</a:t>
                      </a:r>
                      <a:endParaRPr sz="12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defTabSz="1172261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kern="1200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Категория расходов </a:t>
                      </a:r>
                      <a:endParaRPr sz="12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defTabSz="1172261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kern="1200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Статья расхода</a:t>
                      </a:r>
                    </a:p>
                  </a:txBody>
                  <a:tcPr marL="51438" marR="5143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defTabSz="1172261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kern="1200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Стоимость (ед.), руб.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1438" marR="51438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defTabSz="1172261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kern="1200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Количество единиц</a:t>
                      </a:r>
                    </a:p>
                  </a:txBody>
                  <a:tcPr marL="51438" marR="51438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defTabSz="1172261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kern="1200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Всего, руб.</a:t>
                      </a:r>
                    </a:p>
                  </a:txBody>
                  <a:tcPr marL="51438" marR="51438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defTabSz="1172261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kern="1200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Всего для оплаты из источника финансирования, руб.</a:t>
                      </a:r>
                    </a:p>
                  </a:txBody>
                  <a:tcPr marL="51438" marR="5143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defTabSz="1172261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kern="1200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Источник финансирования</a:t>
                      </a:r>
                    </a:p>
                  </a:txBody>
                  <a:tcPr marL="51438" marR="51438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75000"/>
                      </a:srgbClr>
                    </a:solidFill>
                  </a:tcPr>
                </a:tc>
              </a:tr>
              <a:tr h="227297"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 smtClean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 smtClean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Материальные расходы: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32491"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 smtClean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27297"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 smtClean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4595"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 smtClean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 smtClean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Закупаемые услуги/ трудозатраты: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00637"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 smtClean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2.1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27297"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 smtClean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….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58303"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 smtClean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27297"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 smtClean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3.1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27297">
                <a:tc gridSpan="5"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 smtClean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Итого (общий)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9143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Название команды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21530" y="1506588"/>
            <a:ext cx="26419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Фамилия И.О. и контакты лидера команды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92119" y="2853495"/>
            <a:ext cx="180894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Фамилия И.О. участника команды, роль в команде</a:t>
            </a: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588" y="1199341"/>
            <a:ext cx="1189708" cy="1199268"/>
          </a:xfrm>
          <a:prstGeom prst="ellipse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188006" y="1506589"/>
            <a:ext cx="22657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Фамилия И.О. РПО, должность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962" y="2752489"/>
            <a:ext cx="1072800" cy="1072800"/>
          </a:xfrm>
          <a:prstGeom prst="ellipse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329440" y="2853494"/>
            <a:ext cx="20017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Фамилия И.О. участника команды, роль в команде</a:t>
            </a:r>
          </a:p>
          <a:p>
            <a:endParaRPr lang="ru-RU" sz="1600" dirty="0"/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20" t="20677" r="3877" b="20677"/>
          <a:stretch/>
        </p:blipFill>
        <p:spPr>
          <a:xfrm>
            <a:off x="4076033" y="2752489"/>
            <a:ext cx="1064989" cy="1072800"/>
          </a:xfrm>
          <a:prstGeom prst="ellipse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895959" y="2853493"/>
            <a:ext cx="21005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Фамилия И.О. участника команды, роль в команде</a:t>
            </a:r>
          </a:p>
          <a:p>
            <a:endParaRPr lang="ru-RU" sz="1600" dirty="0"/>
          </a:p>
        </p:txBody>
      </p:sp>
      <p:pic>
        <p:nvPicPr>
          <p:cNvPr id="29" name="Рисунок 2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7778" r="271" b="21315"/>
          <a:stretch/>
        </p:blipFill>
        <p:spPr>
          <a:xfrm>
            <a:off x="7736034" y="2752489"/>
            <a:ext cx="1080000" cy="1149751"/>
          </a:xfrm>
          <a:prstGeom prst="ellipse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17241" y="4213632"/>
            <a:ext cx="19912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Фамилия И.О. участника команды, роль в команде</a:t>
            </a:r>
          </a:p>
          <a:p>
            <a:endParaRPr lang="ru-RU" sz="1600" dirty="0"/>
          </a:p>
        </p:txBody>
      </p:sp>
      <p:pic>
        <p:nvPicPr>
          <p:cNvPr id="31" name="Рисунок 30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63" r="13892" b="12128"/>
          <a:stretch/>
        </p:blipFill>
        <p:spPr>
          <a:xfrm>
            <a:off x="1324083" y="4127930"/>
            <a:ext cx="1033010" cy="1002402"/>
          </a:xfrm>
          <a:prstGeom prst="ellipse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54560" y="4213631"/>
            <a:ext cx="19214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Фамилия И.О. участника команды, роль в команде</a:t>
            </a:r>
          </a:p>
          <a:p>
            <a:endParaRPr lang="ru-RU" sz="1600" dirty="0"/>
          </a:p>
        </p:txBody>
      </p:sp>
      <p:pic>
        <p:nvPicPr>
          <p:cNvPr id="33" name="Рисунок 3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403" y="4112625"/>
            <a:ext cx="1033010" cy="1033010"/>
          </a:xfrm>
          <a:prstGeom prst="ellipse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921079" y="4213630"/>
            <a:ext cx="18711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Фамилия И.О. участника команды, роль в команде</a:t>
            </a:r>
          </a:p>
          <a:p>
            <a:endParaRPr lang="ru-RU" sz="1600" dirty="0"/>
          </a:p>
        </p:txBody>
      </p:sp>
      <p:pic>
        <p:nvPicPr>
          <p:cNvPr id="35" name="Рисунок 3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7922" y="4111245"/>
            <a:ext cx="1033010" cy="1035767"/>
          </a:xfrm>
          <a:prstGeom prst="ellipse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92119" y="5505371"/>
            <a:ext cx="18992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Фамилия И.О. участника команды, роль в команде</a:t>
            </a:r>
          </a:p>
          <a:p>
            <a:endParaRPr lang="ru-RU" sz="1600" dirty="0"/>
          </a:p>
        </p:txBody>
      </p:sp>
      <p:pic>
        <p:nvPicPr>
          <p:cNvPr id="37" name="Рисунок 3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962" y="5404365"/>
            <a:ext cx="1033010" cy="1033010"/>
          </a:xfrm>
          <a:prstGeom prst="ellipse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329439" y="5505370"/>
            <a:ext cx="19026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Фамилия И.О. участника команды, роль в команде</a:t>
            </a:r>
          </a:p>
          <a:p>
            <a:endParaRPr lang="ru-RU" sz="1600" dirty="0"/>
          </a:p>
        </p:txBody>
      </p:sp>
      <p:pic>
        <p:nvPicPr>
          <p:cNvPr id="39" name="Рисунок 3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282" y="5404364"/>
            <a:ext cx="1033010" cy="1033010"/>
          </a:xfrm>
          <a:prstGeom prst="ellipse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895959" y="5505369"/>
            <a:ext cx="19606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Фамилия И.О. участника команды, роль в команде</a:t>
            </a:r>
          </a:p>
          <a:p>
            <a:endParaRPr lang="ru-RU" sz="1600" dirty="0"/>
          </a:p>
        </p:txBody>
      </p:sp>
      <p:pic>
        <p:nvPicPr>
          <p:cNvPr id="41" name="Рисунок 4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801" y="5402031"/>
            <a:ext cx="1033010" cy="1037673"/>
          </a:xfrm>
          <a:prstGeom prst="ellipse">
            <a:avLst/>
          </a:prstGeom>
        </p:spPr>
      </p:pic>
      <p:pic>
        <p:nvPicPr>
          <p:cNvPr id="42" name="Рисунок 41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841"/>
          <a:stretch/>
        </p:blipFill>
        <p:spPr>
          <a:xfrm>
            <a:off x="6141472" y="1181877"/>
            <a:ext cx="1189708" cy="1234198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238262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Требования к презентации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9074" y="1251858"/>
            <a:ext cx="1145226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/>
              <a:t>Формат: </a:t>
            </a:r>
            <a:r>
              <a:rPr lang="en-US" sz="1800" dirty="0"/>
              <a:t>PPTX</a:t>
            </a:r>
          </a:p>
          <a:p>
            <a:r>
              <a:rPr lang="ru-RU" sz="1800" dirty="0"/>
              <a:t>Время на доклад: 5 минут</a:t>
            </a:r>
          </a:p>
          <a:p>
            <a:r>
              <a:rPr lang="ru-RU" sz="1800" dirty="0"/>
              <a:t>Количество слайдов: не более 15</a:t>
            </a:r>
          </a:p>
          <a:p>
            <a:endParaRPr lang="ru-RU" sz="1800" dirty="0"/>
          </a:p>
          <a:p>
            <a:r>
              <a:rPr lang="ru-RU" sz="1800" b="1" dirty="0"/>
              <a:t>Обязательно представление всех содержательных блоков шаблона!</a:t>
            </a:r>
          </a:p>
          <a:p>
            <a:r>
              <a:rPr lang="ru-RU" sz="1800" dirty="0"/>
              <a:t>Не регламентировано: дизайн презентации, способы представления информации (текст, схема, рисунок, график), дополнительные содержательные блоки, которые кажутся команде важными для представления. </a:t>
            </a:r>
          </a:p>
          <a:p>
            <a:endParaRPr lang="ru-RU" sz="1800" dirty="0"/>
          </a:p>
          <a:p>
            <a:r>
              <a:rPr lang="ru-RU" sz="1800" dirty="0"/>
              <a:t>Типы проектов: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dirty="0"/>
              <a:t>IT-решение		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dirty="0"/>
              <a:t>Инженерное решение		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dirty="0"/>
              <a:t>Организационное и/или методическое решение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1800" dirty="0"/>
          </a:p>
          <a:p>
            <a:r>
              <a:rPr lang="ru-RU" sz="1800" dirty="0"/>
              <a:t>Сложность проекта: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dirty="0"/>
              <a:t>А (Базовая сложность)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dirty="0"/>
              <a:t>В (Повышенная сложность)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dirty="0"/>
              <a:t>С (Коммерческий проект)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D (</a:t>
            </a:r>
            <a:r>
              <a:rPr lang="ru-RU" sz="1800" dirty="0"/>
              <a:t>Стартап)</a:t>
            </a:r>
          </a:p>
        </p:txBody>
      </p:sp>
    </p:spTree>
    <p:extLst>
      <p:ext uri="{BB962C8B-B14F-4D97-AF65-F5344CB8AC3E}">
        <p14:creationId xmlns:p14="http://schemas.microsoft.com/office/powerpoint/2010/main" val="2246528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Презентация">
  <a:themeElements>
    <a:clrScheme name="ЧГУ">
      <a:dk1>
        <a:srgbClr val="000000"/>
      </a:dk1>
      <a:lt1>
        <a:srgbClr val="FFFFFF"/>
      </a:lt1>
      <a:dk2>
        <a:srgbClr val="121314"/>
      </a:dk2>
      <a:lt2>
        <a:srgbClr val="F5F3F4"/>
      </a:lt2>
      <a:accent1>
        <a:srgbClr val="DA251D"/>
      </a:accent1>
      <a:accent2>
        <a:srgbClr val="A50E13"/>
      </a:accent2>
      <a:accent3>
        <a:srgbClr val="660102"/>
      </a:accent3>
      <a:accent4>
        <a:srgbClr val="E63538"/>
      </a:accent4>
      <a:accent5>
        <a:srgbClr val="B2A8A7"/>
      </a:accent5>
      <a:accent6>
        <a:srgbClr val="D4D4D4"/>
      </a:accent6>
      <a:hlink>
        <a:srgbClr val="DA251D"/>
      </a:hlink>
      <a:folHlink>
        <a:srgbClr val="B2A8A7"/>
      </a:folHlink>
    </a:clrScheme>
    <a:fontScheme name="ЧГУ">
      <a:majorFont>
        <a:latin typeface="Calibri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3C87649E7524794AA35A456EA0EAADF8" ma:contentTypeVersion="17" ma:contentTypeDescription="Создание документа." ma:contentTypeScope="" ma:versionID="fb87eedecd697ba4617cc72a1530f443">
  <xsd:schema xmlns:xsd="http://www.w3.org/2001/XMLSchema" xmlns:xs="http://www.w3.org/2001/XMLSchema" xmlns:p="http://schemas.microsoft.com/office/2006/metadata/properties" xmlns:ns2="2b9d9955-93fb-4bd4-bcdb-8e7ddc259c20" xmlns:ns3="4c612441-9502-4d03-96ef-459065c861af" targetNamespace="http://schemas.microsoft.com/office/2006/metadata/properties" ma:root="true" ma:fieldsID="254d64a51c8f49f4711996da5ada53aa" ns2:_="" ns3:_="">
    <xsd:import namespace="2b9d9955-93fb-4bd4-bcdb-8e7ddc259c20"/>
    <xsd:import namespace="4c612441-9502-4d03-96ef-459065c861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9d9955-93fb-4bd4-bcdb-8e7ddc259c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18b14e38-c1c0-4c10-a034-9890b754996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612441-9502-4d03-96ef-459065c861a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24f5d557-526c-428f-9913-5aeff0506f6f}" ma:internalName="TaxCatchAll" ma:showField="CatchAllData" ma:web="4c612441-9502-4d03-96ef-459065c861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b9d9955-93fb-4bd4-bcdb-8e7ddc259c20">
      <Terms xmlns="http://schemas.microsoft.com/office/infopath/2007/PartnerControls"/>
    </lcf76f155ced4ddcb4097134ff3c332f>
    <TaxCatchAll xmlns="4c612441-9502-4d03-96ef-459065c861af" xsi:nil="true"/>
  </documentManagement>
</p:properties>
</file>

<file path=customXml/itemProps1.xml><?xml version="1.0" encoding="utf-8"?>
<ds:datastoreItem xmlns:ds="http://schemas.openxmlformats.org/officeDocument/2006/customXml" ds:itemID="{7995822B-D1AD-4571-BC09-6377FE1C30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9d9955-93fb-4bd4-bcdb-8e7ddc259c20"/>
    <ds:schemaRef ds:uri="4c612441-9502-4d03-96ef-459065c861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1B8064B-6AEE-45B6-92F7-27122D5215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CD8D69A-65EA-4ADD-8CB5-FD805E00AE98}">
  <ds:schemaRefs>
    <ds:schemaRef ds:uri="http://schemas.microsoft.com/office/2006/metadata/properties"/>
    <ds:schemaRef ds:uri="http://schemas.microsoft.com/office/infopath/2007/PartnerControls"/>
    <ds:schemaRef ds:uri="2b9d9955-93fb-4bd4-bcdb-8e7ddc259c20"/>
    <ds:schemaRef ds:uri="4c612441-9502-4d03-96ef-459065c861a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2769</TotalTime>
  <Words>718</Words>
  <Application>Microsoft Office PowerPoint</Application>
  <PresentationFormat>Произвольный</PresentationFormat>
  <Paragraphs>126</Paragraphs>
  <Slides>10</Slides>
  <Notes>2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Презентация</vt:lpstr>
      <vt:lpstr>Документ</vt:lpstr>
      <vt:lpstr>Тема проекта</vt:lpstr>
      <vt:lpstr>Проблемная ситуация</vt:lpstr>
      <vt:lpstr>Карточка проекта «тема проекта………..»</vt:lpstr>
      <vt:lpstr>Обзор существующих решений</vt:lpstr>
      <vt:lpstr>График реализации проекта</vt:lpstr>
      <vt:lpstr>График реализации проекта</vt:lpstr>
      <vt:lpstr>Риски проекта</vt:lpstr>
      <vt:lpstr>Бюджет проекта</vt:lpstr>
      <vt:lpstr>Название команды</vt:lpstr>
      <vt:lpstr>Требования к презентации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и достижения кафедры химических технологий  1972-2022 гг.</dc:title>
  <dc:creator>Anastasia</dc:creator>
  <cp:lastModifiedBy>Гунич Анна Андреевна</cp:lastModifiedBy>
  <cp:revision>299</cp:revision>
  <dcterms:created xsi:type="dcterms:W3CDTF">2022-04-04T12:37:27Z</dcterms:created>
  <dcterms:modified xsi:type="dcterms:W3CDTF">2025-10-07T11:14:24Z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0x0101003C87649E7524794AA35A456EA0EAADF8</vt:lpwstr>
  </property>
</Properties>
</file>