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80" d="100"/>
          <a:sy n="80" d="100"/>
        </p:scale>
        <p:origin x="-1445" y="-1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4833F8-758B-41D7-B523-1E4D46A98683}" type="datetimeFigureOut">
              <a:rPr lang="ru-RU" smtClean="0"/>
              <a:t>25.09.2014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F502ED-2C9C-424C-B06C-D40CE8991E75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4434C-8412-4F7D-AED0-711AE535842B}" type="datetime1">
              <a:rPr lang="ru-RU" smtClean="0"/>
              <a:t>25.09.2014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8E21-5726-4FED-9342-715B481BC30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96D06-9AB2-4D56-8CC5-3907190512CF}" type="datetime1">
              <a:rPr lang="ru-RU" smtClean="0"/>
              <a:t>25.09.2014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8E21-5726-4FED-9342-715B481BC30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680B-1A8F-405F-B31E-0441E117DBC3}" type="datetime1">
              <a:rPr lang="ru-RU" smtClean="0"/>
              <a:t>25.09.2014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8E21-5726-4FED-9342-715B481BC30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9FBA5-DC9F-40CE-923D-E9A6AC597725}" type="datetime1">
              <a:rPr lang="ru-RU" smtClean="0"/>
              <a:t>25.09.2014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8E21-5726-4FED-9342-715B481BC30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E1208-980D-4970-96D6-3BEC1907A1E3}" type="datetime1">
              <a:rPr lang="ru-RU" smtClean="0"/>
              <a:t>25.09.2014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8E21-5726-4FED-9342-715B481BC30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92326-EA5D-4772-A96C-D246C5F44A65}" type="datetime1">
              <a:rPr lang="ru-RU" smtClean="0"/>
              <a:t>25.09.2014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8E21-5726-4FED-9342-715B481BC30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CCD3A-B69A-406C-A2AE-DD78F4CA8D27}" type="datetime1">
              <a:rPr lang="ru-RU" smtClean="0"/>
              <a:t>25.09.2014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8E21-5726-4FED-9342-715B481BC30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606A9-299B-4AD1-AAEB-ECBDD1A59E4D}" type="datetime1">
              <a:rPr lang="ru-RU" smtClean="0"/>
              <a:t>25.09.2014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8E21-5726-4FED-9342-715B481BC30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7A646-A2BE-46C8-834B-DE3A2F569573}" type="datetime1">
              <a:rPr lang="ru-RU" smtClean="0"/>
              <a:t>25.09.2014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8E21-5726-4FED-9342-715B481BC30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39B54-9E3C-4DD8-B265-44204A740443}" type="datetime1">
              <a:rPr lang="ru-RU" smtClean="0"/>
              <a:t>25.09.2014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8E21-5726-4FED-9342-715B481BC30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91087-49E4-4DB7-A076-BD0C4ADE4833}" type="datetime1">
              <a:rPr lang="ru-RU" smtClean="0"/>
              <a:t>25.09.2014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8E21-5726-4FED-9342-715B481BC30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336E4-F7E0-480B-BE56-CACBC77853EC}" type="datetime1">
              <a:rPr lang="ru-RU" smtClean="0"/>
              <a:t>25.09.2014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D8E21-5726-4FED-9342-715B481BC307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>
                <a:latin typeface="+mn-lt"/>
              </a:rPr>
              <a:t>Управление сроками проекта</a:t>
            </a:r>
            <a:endParaRPr lang="ru-RU" dirty="0"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52456" y="5000636"/>
            <a:ext cx="32590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dirty="0" smtClean="0">
                <a:cs typeface="Times New Roman" pitchFamily="18" charset="0"/>
              </a:rPr>
              <a:t>Студент группы 1ПИм-01-11оп</a:t>
            </a:r>
          </a:p>
          <a:p>
            <a:pPr algn="r"/>
            <a:r>
              <a:rPr lang="ru-RU" dirty="0" smtClean="0">
                <a:cs typeface="Times New Roman" pitchFamily="18" charset="0"/>
              </a:rPr>
              <a:t>Калугин Д.В.</a:t>
            </a:r>
            <a:endParaRPr lang="ru-RU" dirty="0"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57620" y="6000768"/>
            <a:ext cx="14389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 smtClean="0">
                <a:cs typeface="Times New Roman" pitchFamily="18" charset="0"/>
              </a:rPr>
              <a:t>г. Череповец</a:t>
            </a:r>
          </a:p>
          <a:p>
            <a:pPr algn="ctr"/>
            <a:r>
              <a:rPr lang="ru-RU" dirty="0" smtClean="0">
                <a:cs typeface="Times New Roman" pitchFamily="18" charset="0"/>
              </a:rPr>
              <a:t>2014</a:t>
            </a:r>
            <a:endParaRPr lang="ru-RU" dirty="0"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7224" y="928670"/>
            <a:ext cx="7062511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000" b="1" dirty="0" smtClean="0"/>
              <a:t>Процессы управления сроками:</a:t>
            </a:r>
          </a:p>
          <a:p>
            <a:r>
              <a:rPr lang="ru-RU" sz="3000" b="1" dirty="0" smtClean="0"/>
              <a:t>6.1</a:t>
            </a:r>
            <a:r>
              <a:rPr lang="ru-RU" sz="3000" dirty="0" smtClean="0"/>
              <a:t> Определение состава операций</a:t>
            </a:r>
          </a:p>
          <a:p>
            <a:r>
              <a:rPr lang="ru-RU" sz="3000" b="1" dirty="0" smtClean="0"/>
              <a:t>6.2</a:t>
            </a:r>
            <a:r>
              <a:rPr lang="ru-RU" sz="3000" dirty="0" smtClean="0"/>
              <a:t> Определение взаимосвязей операций</a:t>
            </a:r>
          </a:p>
          <a:p>
            <a:r>
              <a:rPr lang="ru-RU" sz="3000" b="1" dirty="0" smtClean="0"/>
              <a:t>6.3</a:t>
            </a:r>
            <a:r>
              <a:rPr lang="ru-RU" sz="3000" dirty="0" smtClean="0"/>
              <a:t> Оценка ресурсов операций</a:t>
            </a:r>
          </a:p>
          <a:p>
            <a:r>
              <a:rPr lang="ru-RU" sz="3000" b="1" dirty="0" smtClean="0"/>
              <a:t>6.4</a:t>
            </a:r>
            <a:r>
              <a:rPr lang="ru-RU" sz="3000" dirty="0" smtClean="0"/>
              <a:t> Оценка длительности операций</a:t>
            </a:r>
          </a:p>
          <a:p>
            <a:r>
              <a:rPr lang="ru-RU" sz="3000" b="1" dirty="0" smtClean="0"/>
              <a:t>6.5</a:t>
            </a:r>
            <a:r>
              <a:rPr lang="ru-RU" sz="3000" dirty="0" smtClean="0"/>
              <a:t> Разработка расписания</a:t>
            </a:r>
          </a:p>
          <a:p>
            <a:r>
              <a:rPr lang="ru-RU" sz="3000" b="1" dirty="0" smtClean="0"/>
              <a:t>6.6</a:t>
            </a:r>
            <a:r>
              <a:rPr lang="ru-RU" sz="3000" dirty="0" smtClean="0"/>
              <a:t> Управление расписанием</a:t>
            </a:r>
            <a:endParaRPr lang="ru-RU" sz="3000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8E21-5726-4FED-9342-715B481BC307}" type="slidenum">
              <a:rPr lang="ru-RU" smtClean="0"/>
              <a:t>2</a:t>
            </a:fld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8E21-5726-4FED-9342-715B481BC307}" type="slidenum">
              <a:rPr lang="ru-RU" smtClean="0"/>
              <a:t>3</a:t>
            </a:fld>
            <a:endParaRPr lang="ru-RU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175069"/>
            <a:ext cx="6715172" cy="6325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8E21-5726-4FED-9342-715B481BC307}" type="slidenum">
              <a:rPr lang="ru-RU" smtClean="0"/>
              <a:t>4</a:t>
            </a:fld>
            <a:endParaRPr lang="ru-RU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2071678"/>
            <a:ext cx="8192676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928662" y="357166"/>
            <a:ext cx="71695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 smtClean="0"/>
              <a:t>Определение состава операций</a:t>
            </a:r>
            <a:endParaRPr lang="ru-RU"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8E21-5726-4FED-9342-715B481BC307}" type="slidenum">
              <a:rPr lang="ru-RU" smtClean="0"/>
              <a:t>5</a:t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928662" y="357166"/>
            <a:ext cx="71695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 smtClean="0"/>
              <a:t>Определение взаимосвязей операций</a:t>
            </a:r>
            <a:endParaRPr lang="ru-RU" sz="40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3" y="2071678"/>
            <a:ext cx="8229051" cy="3429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8E21-5726-4FED-9342-715B481BC307}" type="slidenum">
              <a:rPr lang="ru-RU" smtClean="0"/>
              <a:t>6</a:t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928662" y="357166"/>
            <a:ext cx="71695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 smtClean="0"/>
              <a:t>Метод «операции в узлах»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357298"/>
            <a:ext cx="7741111" cy="478634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8E21-5726-4FED-9342-715B481BC307}" type="slidenum">
              <a:rPr lang="ru-RU" smtClean="0"/>
              <a:t>7</a:t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928662" y="357166"/>
            <a:ext cx="71695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 smtClean="0"/>
              <a:t>Метод стрелочных диаграмм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500174"/>
            <a:ext cx="7788584" cy="471488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8E21-5726-4FED-9342-715B481BC307}" type="slidenum">
              <a:rPr lang="ru-RU" smtClean="0"/>
              <a:t>8</a:t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928662" y="357166"/>
            <a:ext cx="71695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 smtClean="0"/>
              <a:t>Оценка ресурсов операций</a:t>
            </a:r>
            <a:endParaRPr lang="ru-RU" sz="40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000240"/>
            <a:ext cx="8501122" cy="3542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8E21-5726-4FED-9342-715B481BC307}" type="slidenum">
              <a:rPr lang="ru-RU" smtClean="0"/>
              <a:t>9</a:t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928662" y="357166"/>
            <a:ext cx="71695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 smtClean="0"/>
              <a:t>Оценка длительности операций</a:t>
            </a:r>
            <a:endParaRPr lang="ru-RU" sz="40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000240"/>
            <a:ext cx="8501122" cy="3542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8E21-5726-4FED-9342-715B481BC307}" type="slidenum">
              <a:rPr lang="ru-RU" smtClean="0"/>
              <a:t>10</a:t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928662" y="357166"/>
            <a:ext cx="71695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 smtClean="0"/>
              <a:t>Разработка расписания</a:t>
            </a:r>
            <a:endParaRPr lang="ru-RU" sz="40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000240"/>
            <a:ext cx="8501122" cy="3542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8E21-5726-4FED-9342-715B481BC307}" type="slidenum">
              <a:rPr lang="ru-RU" smtClean="0"/>
              <a:t>11</a:t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928662" y="357166"/>
            <a:ext cx="71695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 smtClean="0"/>
              <a:t>Управление расписанием</a:t>
            </a:r>
            <a:endParaRPr lang="ru-RU" sz="40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000240"/>
            <a:ext cx="8501122" cy="3542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8E21-5726-4FED-9342-715B481BC307}" type="slidenum">
              <a:rPr lang="ru-RU" smtClean="0"/>
              <a:t>12</a:t>
            </a:fld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2000232" y="2714620"/>
            <a:ext cx="50626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 smtClean="0"/>
              <a:t>Спасибо за внимание!</a:t>
            </a:r>
            <a:endParaRPr lang="ru-RU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79</Words>
  <Application>Microsoft Office PowerPoint</Application>
  <PresentationFormat>Экран (4:3)</PresentationFormat>
  <Paragraphs>32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Тема Office</vt:lpstr>
      <vt:lpstr>Управление сроками проекта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</vt:vector>
  </TitlesOfParts>
  <Company>Reanimator Extreme Edition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Управление сроками проекта</dc:title>
  <dc:creator>Пользователь</dc:creator>
  <cp:lastModifiedBy>Пользователь</cp:lastModifiedBy>
  <cp:revision>34</cp:revision>
  <dcterms:created xsi:type="dcterms:W3CDTF">2014-09-25T09:21:53Z</dcterms:created>
  <dcterms:modified xsi:type="dcterms:W3CDTF">2014-09-25T13:49:44Z</dcterms:modified>
</cp:coreProperties>
</file>