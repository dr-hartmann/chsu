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1E6E260-909A-4319-AA6B-005F4B1640C1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F47E1D-8F53-4592-A587-34362132BD6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2910" y="1142984"/>
            <a:ext cx="8077200" cy="1499616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latin typeface="Times New Roman" pitchFamily="18" charset="0"/>
                <a:cs typeface="Times New Roman" pitchFamily="18" charset="0"/>
              </a:rPr>
              <a:t>Управление человеческими ресурсами проекта</a:t>
            </a:r>
            <a:endParaRPr lang="ru-RU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929190" y="5358384"/>
            <a:ext cx="4214810" cy="1499616"/>
          </a:xfrm>
          <a:prstGeom prst="rect">
            <a:avLst/>
          </a:prstGeom>
        </p:spPr>
        <p:txBody>
          <a:bodyPr vert="horz" lIns="118872" tIns="0" rIns="45720" bIns="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Исполнитель: студент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гр. 1ПИм-01-11оп Кожевников Ю.И.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Общая схема управления человеческими ресурсами проекта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Юрий\Desktop\Управление программными проектами\Безымянный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571612"/>
            <a:ext cx="8929719" cy="4857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Планирование человеческих ресурсов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000240"/>
            <a:ext cx="7786742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Набор команды проекта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000240"/>
            <a:ext cx="8001056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Развитие команды </a:t>
            </a:r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проекта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928802"/>
            <a:ext cx="7786742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Управление командой проекта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071678"/>
            <a:ext cx="7929618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одульная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Модульная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242</TotalTime>
  <Words>31</Words>
  <Application>Microsoft Office PowerPoint</Application>
  <PresentationFormat>Экран (4:3)</PresentationFormat>
  <Paragraphs>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Модульная</vt:lpstr>
      <vt:lpstr>Слайд 1</vt:lpstr>
      <vt:lpstr>Общая схема управления человеческими ресурсами проекта</vt:lpstr>
      <vt:lpstr>Планирование человеческих ресурсов</vt:lpstr>
      <vt:lpstr>Набор команды проекта</vt:lpstr>
      <vt:lpstr>Развитие команды проекта</vt:lpstr>
      <vt:lpstr>Управление командой проекта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Юрий</dc:creator>
  <cp:lastModifiedBy>Юрий</cp:lastModifiedBy>
  <cp:revision>23</cp:revision>
  <dcterms:created xsi:type="dcterms:W3CDTF">2014-10-01T11:38:31Z</dcterms:created>
  <dcterms:modified xsi:type="dcterms:W3CDTF">2014-10-01T15:40:48Z</dcterms:modified>
</cp:coreProperties>
</file>