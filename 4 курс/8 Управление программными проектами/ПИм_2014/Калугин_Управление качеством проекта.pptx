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9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421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D857E-E237-4757-A236-6DED1CA87265}" type="datetimeFigureOut">
              <a:rPr lang="ru-RU" smtClean="0"/>
              <a:t>02.10.2014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28C27-E4DC-46F3-868C-92DFBC1ECCAA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9E8F-C2DE-48AE-9B2B-32B91C0AA00A}" type="datetime1">
              <a:rPr lang="ru-RU" smtClean="0"/>
              <a:t>02.10.2014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5181-C4BB-47DB-9358-FF02DE57BF78}" type="datetime1">
              <a:rPr lang="ru-RU" smtClean="0"/>
              <a:t>02.10.2014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E004C-D546-46AD-8940-A635D7231DC1}" type="datetime1">
              <a:rPr lang="ru-RU" smtClean="0"/>
              <a:t>02.10.2014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37F2F-16B3-4348-B3B5-2A7F564773C2}" type="datetime1">
              <a:rPr lang="ru-RU" smtClean="0"/>
              <a:t>02.10.2014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9C52-051B-4645-8094-412270596854}" type="datetime1">
              <a:rPr lang="ru-RU" smtClean="0"/>
              <a:t>02.10.2014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11982-EC3B-48A1-BAEA-FE4D0D5416AD}" type="datetime1">
              <a:rPr lang="ru-RU" smtClean="0"/>
              <a:t>02.10.2014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E9DA-A07F-4D15-BAFC-E96C15623C19}" type="datetime1">
              <a:rPr lang="ru-RU" smtClean="0"/>
              <a:t>02.10.2014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A7BE7-8450-4F49-B558-2363D5CD8841}" type="datetime1">
              <a:rPr lang="ru-RU" smtClean="0"/>
              <a:t>02.10.2014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A9079-4677-45BC-870A-3DBCBA171F8B}" type="datetime1">
              <a:rPr lang="ru-RU" smtClean="0"/>
              <a:t>02.10.2014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76F5D-4FA1-4285-9921-C8AE6C863071}" type="datetime1">
              <a:rPr lang="ru-RU" smtClean="0"/>
              <a:t>02.10.2014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05D4-F7B6-483C-A836-F6A8EE34DDB5}" type="datetime1">
              <a:rPr lang="ru-RU" smtClean="0"/>
              <a:t>02.10.2014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FE22-8059-4A46-A1D7-B80F913CC20B}" type="datetime1">
              <a:rPr lang="ru-RU" smtClean="0"/>
              <a:t>02.10.2014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Управление </a:t>
            </a:r>
            <a:r>
              <a:rPr lang="ru-RU" dirty="0" smtClean="0">
                <a:latin typeface="+mn-lt"/>
              </a:rPr>
              <a:t>качеством </a:t>
            </a:r>
            <a:r>
              <a:rPr lang="ru-RU" dirty="0" smtClean="0">
                <a:latin typeface="+mn-lt"/>
              </a:rPr>
              <a:t>проекта</a:t>
            </a:r>
            <a:endParaRPr lang="ru-RU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2456" y="5000636"/>
            <a:ext cx="3259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 smtClean="0">
                <a:cs typeface="Times New Roman" pitchFamily="18" charset="0"/>
              </a:rPr>
              <a:t>Студент группы 1ПИм-01-11оп</a:t>
            </a:r>
          </a:p>
          <a:p>
            <a:pPr algn="r"/>
            <a:r>
              <a:rPr lang="ru-RU" dirty="0" smtClean="0">
                <a:cs typeface="Times New Roman" pitchFamily="18" charset="0"/>
              </a:rPr>
              <a:t>Калугин Д.В.</a:t>
            </a:r>
            <a:endParaRPr lang="ru-RU" dirty="0"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57620" y="6000768"/>
            <a:ext cx="1438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cs typeface="Times New Roman" pitchFamily="18" charset="0"/>
              </a:rPr>
              <a:t>г. Череповец</a:t>
            </a:r>
          </a:p>
          <a:p>
            <a:pPr algn="ctr"/>
            <a:r>
              <a:rPr lang="ru-RU" dirty="0" smtClean="0">
                <a:cs typeface="Times New Roman" pitchFamily="18" charset="0"/>
              </a:rPr>
              <a:t>2014</a:t>
            </a:r>
            <a:endParaRPr lang="ru-RU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7224" y="1071546"/>
            <a:ext cx="584333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ru-RU" sz="3000" b="1" dirty="0" smtClean="0"/>
              <a:t>Процессы управления качеством: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3000" dirty="0" smtClean="0"/>
              <a:t>п</a:t>
            </a:r>
            <a:r>
              <a:rPr lang="ru-RU" sz="3000" dirty="0" smtClean="0"/>
              <a:t>ланирование качества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3000" dirty="0" smtClean="0"/>
              <a:t>п</a:t>
            </a:r>
            <a:r>
              <a:rPr lang="ru-RU" sz="3000" dirty="0" smtClean="0"/>
              <a:t>роцесс обеспечения качества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3000" dirty="0" smtClean="0"/>
              <a:t>п</a:t>
            </a:r>
            <a:r>
              <a:rPr lang="ru-RU" sz="3000" dirty="0" smtClean="0"/>
              <a:t>роцесс контроля качества</a:t>
            </a:r>
            <a:endParaRPr lang="ru-RU" sz="30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71414"/>
            <a:ext cx="6929486" cy="6691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8358214" y="6356350"/>
            <a:ext cx="328586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857224" y="1071546"/>
            <a:ext cx="74697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ru-RU" sz="3000" b="1" dirty="0" smtClean="0"/>
              <a:t>Важные положения:</a:t>
            </a:r>
            <a:endParaRPr lang="ru-RU" sz="3000" b="1" dirty="0" smtClean="0"/>
          </a:p>
          <a:p>
            <a:pPr>
              <a:buFont typeface="Arial" pitchFamily="34" charset="0"/>
              <a:buChar char="•"/>
            </a:pPr>
            <a:r>
              <a:rPr lang="ru-RU" sz="3000" dirty="0" smtClean="0"/>
              <a:t> удовлетворение </a:t>
            </a:r>
            <a:r>
              <a:rPr lang="ru-RU" sz="3000" dirty="0" smtClean="0"/>
              <a:t>потребностей </a:t>
            </a:r>
            <a:r>
              <a:rPr lang="ru-RU" sz="3000" dirty="0" smtClean="0"/>
              <a:t>заказчика</a:t>
            </a:r>
          </a:p>
          <a:p>
            <a:pPr>
              <a:buFont typeface="Arial" pitchFamily="34" charset="0"/>
              <a:buChar char="•"/>
            </a:pPr>
            <a:r>
              <a:rPr lang="ru-RU" sz="3000" dirty="0" smtClean="0"/>
              <a:t> предотвращение </a:t>
            </a:r>
            <a:r>
              <a:rPr lang="ru-RU" sz="3000" dirty="0" smtClean="0"/>
              <a:t>важнее </a:t>
            </a:r>
            <a:r>
              <a:rPr lang="ru-RU" sz="3000" dirty="0" smtClean="0"/>
              <a:t>инспектирования</a:t>
            </a:r>
          </a:p>
          <a:p>
            <a:pPr>
              <a:buFont typeface="Arial" pitchFamily="34" charset="0"/>
              <a:buChar char="•"/>
            </a:pPr>
            <a:r>
              <a:rPr lang="ru-RU" sz="3000" dirty="0" smtClean="0"/>
              <a:t> </a:t>
            </a:r>
            <a:r>
              <a:rPr lang="ru-RU" sz="3000" dirty="0" smtClean="0"/>
              <a:t>ответственность руководства</a:t>
            </a:r>
          </a:p>
          <a:p>
            <a:pPr>
              <a:buFont typeface="Arial" pitchFamily="34" charset="0"/>
              <a:buChar char="•"/>
            </a:pPr>
            <a:r>
              <a:rPr lang="ru-RU" sz="3000" dirty="0" smtClean="0"/>
              <a:t> </a:t>
            </a:r>
            <a:r>
              <a:rPr lang="ru-RU" sz="3000" dirty="0" smtClean="0"/>
              <a:t>постоянное </a:t>
            </a:r>
            <a:r>
              <a:rPr lang="ru-RU" sz="3000" dirty="0" smtClean="0"/>
              <a:t>совершенствование</a:t>
            </a:r>
            <a:endParaRPr lang="ru-RU" sz="30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8" y="1571612"/>
            <a:ext cx="9001156" cy="3750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2500298" y="428604"/>
            <a:ext cx="40903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 smtClean="0"/>
              <a:t>Планирование качества</a:t>
            </a:r>
            <a:endParaRPr lang="ru-RU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571612"/>
            <a:ext cx="9006888" cy="375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823842" y="428604"/>
            <a:ext cx="52484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 smtClean="0"/>
              <a:t>Процесс обеспечения качества</a:t>
            </a:r>
            <a:endParaRPr lang="ru-RU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571612"/>
            <a:ext cx="9006888" cy="375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2214546" y="428604"/>
            <a:ext cx="463479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 smtClean="0"/>
              <a:t>Процесс контроля качества</a:t>
            </a:r>
            <a:endParaRPr lang="ru-RU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148" y="1785926"/>
            <a:ext cx="8917704" cy="32861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/>
          <p:cNvSpPr txBox="1"/>
          <p:nvPr/>
        </p:nvSpPr>
        <p:spPr>
          <a:xfrm>
            <a:off x="901348" y="428604"/>
            <a:ext cx="73139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 smtClean="0"/>
              <a:t>Диаграмма причинно-следственных связей</a:t>
            </a:r>
            <a:endParaRPr lang="ru-RU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 l="676" t="14703" r="23138" b="32447"/>
          <a:stretch>
            <a:fillRect/>
          </a:stretch>
        </p:blipFill>
        <p:spPr bwMode="auto">
          <a:xfrm>
            <a:off x="71406" y="2000240"/>
            <a:ext cx="8963948" cy="28634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/>
          <p:cNvSpPr txBox="1"/>
          <p:nvPr/>
        </p:nvSpPr>
        <p:spPr>
          <a:xfrm>
            <a:off x="2428860" y="428604"/>
            <a:ext cx="42100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 smtClean="0"/>
              <a:t>Контрольная диаграмма</a:t>
            </a:r>
            <a:endParaRPr lang="ru-RU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981009"/>
            <a:ext cx="8347750" cy="5448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/>
          <p:cNvSpPr txBox="1"/>
          <p:nvPr/>
        </p:nvSpPr>
        <p:spPr>
          <a:xfrm>
            <a:off x="2357422" y="428604"/>
            <a:ext cx="44147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 smtClean="0"/>
              <a:t>Диаграмма зависимостей</a:t>
            </a:r>
            <a:endParaRPr lang="ru-RU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839093" y="428604"/>
            <a:ext cx="32983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 smtClean="0"/>
              <a:t>Диаграмма Парето</a:t>
            </a:r>
            <a:endParaRPr lang="ru-RU" sz="30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928670"/>
            <a:ext cx="6357982" cy="56525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8E21-5726-4FED-9342-715B481BC307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000232" y="2714620"/>
            <a:ext cx="5062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 smtClean="0"/>
              <a:t>Спасибо за внимание!</a:t>
            </a:r>
            <a:endParaRPr lang="ru-RU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74</Words>
  <PresentationFormat>Экран (4:3)</PresentationFormat>
  <Paragraphs>33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Управление качеством проекта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качеством проекта</dc:title>
  <dc:creator>Пользователь</dc:creator>
  <cp:lastModifiedBy>Пользователь</cp:lastModifiedBy>
  <cp:revision>9</cp:revision>
  <dcterms:created xsi:type="dcterms:W3CDTF">2014-10-02T06:31:08Z</dcterms:created>
  <dcterms:modified xsi:type="dcterms:W3CDTF">2014-10-02T07:42:49Z</dcterms:modified>
</cp:coreProperties>
</file>