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3" r:id="rId7"/>
    <p:sldId id="262" r:id="rId8"/>
    <p:sldId id="266" r:id="rId9"/>
    <p:sldId id="265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25.09.2014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4900" b="1" dirty="0"/>
              <a:t>Управление содержанием проекта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2627784" y="4797152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400" smtClean="0">
                <a:solidFill>
                  <a:schemeClr val="tx1"/>
                </a:solidFill>
              </a:rPr>
              <a:t>Выполнил: Казинаускас А.Ю.</a:t>
            </a:r>
          </a:p>
          <a:p>
            <a:pPr algn="r"/>
            <a:r>
              <a:rPr lang="ru-RU" sz="2400" smtClean="0">
                <a:solidFill>
                  <a:schemeClr val="tx1"/>
                </a:solidFill>
              </a:rPr>
              <a:t>Группа: 1ПИм-01-11оп</a:t>
            </a:r>
            <a:br>
              <a:rPr lang="ru-RU" sz="2400" smtClean="0">
                <a:solidFill>
                  <a:schemeClr val="tx1"/>
                </a:solidFill>
              </a:rPr>
            </a:br>
            <a:r>
              <a:rPr lang="ru-RU" sz="2400" smtClean="0">
                <a:solidFill>
                  <a:schemeClr val="tx1"/>
                </a:solidFill>
              </a:rPr>
              <a:t>Преподаватель: д.т.н. профессор </a:t>
            </a:r>
            <a:br>
              <a:rPr lang="ru-RU" sz="2400" smtClean="0">
                <a:solidFill>
                  <a:schemeClr val="tx1"/>
                </a:solidFill>
              </a:rPr>
            </a:br>
            <a:r>
              <a:rPr lang="ru-RU" sz="2400" smtClean="0">
                <a:solidFill>
                  <a:schemeClr val="tx1"/>
                </a:solidFill>
              </a:rPr>
              <a:t>Ершов Е.В.</a:t>
            </a:r>
            <a:endParaRPr lang="ru-RU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820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55780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Управление содержанием проекта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484784"/>
            <a:ext cx="8424936" cy="1900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 smtClean="0"/>
              <a:t>Включает </a:t>
            </a:r>
            <a:r>
              <a:rPr lang="ru-RU" sz="2800" dirty="0"/>
              <a:t>в себя процессы, обеспечивающие включение в проект всех тех и только тех работ, которые необходимы для успешного выполнения проекта. </a:t>
            </a:r>
            <a:endParaRPr lang="ru-RU" sz="28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65165" y="3573016"/>
            <a:ext cx="835292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AutoNum type="arabicPeriod"/>
            </a:pPr>
            <a:r>
              <a:rPr lang="ru-RU" sz="2800" dirty="0" smtClean="0"/>
              <a:t>Планирование </a:t>
            </a:r>
            <a:r>
              <a:rPr lang="ru-RU" sz="2800" dirty="0"/>
              <a:t>содержания </a:t>
            </a:r>
            <a:endParaRPr lang="ru-RU" sz="2800" dirty="0" smtClean="0"/>
          </a:p>
          <a:p>
            <a:pPr marL="342900" lvl="0" indent="-342900">
              <a:buAutoNum type="arabicPeriod"/>
            </a:pPr>
            <a:r>
              <a:rPr lang="ru-RU" sz="2800" dirty="0" smtClean="0"/>
              <a:t>Определение </a:t>
            </a:r>
            <a:r>
              <a:rPr lang="ru-RU" sz="2800" dirty="0"/>
              <a:t>содержания </a:t>
            </a:r>
            <a:endParaRPr lang="ru-RU" sz="2800" dirty="0" smtClean="0"/>
          </a:p>
          <a:p>
            <a:pPr marL="342900" lvl="0" indent="-342900">
              <a:buAutoNum type="arabicPeriod"/>
            </a:pPr>
            <a:r>
              <a:rPr lang="ru-RU" sz="2800" dirty="0" smtClean="0"/>
              <a:t>Создание </a:t>
            </a:r>
            <a:r>
              <a:rPr lang="ru-RU" sz="2800" dirty="0"/>
              <a:t>ИСР </a:t>
            </a:r>
            <a:endParaRPr lang="ru-RU" sz="2800" dirty="0" smtClean="0"/>
          </a:p>
          <a:p>
            <a:pPr marL="342900" lvl="0" indent="-342900">
              <a:buAutoNum type="arabicPeriod"/>
            </a:pPr>
            <a:r>
              <a:rPr lang="ru-RU" sz="2800" dirty="0" smtClean="0"/>
              <a:t>Подтверждение содержания</a:t>
            </a:r>
          </a:p>
          <a:p>
            <a:pPr marL="342900" lvl="0" indent="-342900">
              <a:buAutoNum type="arabicPeriod"/>
            </a:pPr>
            <a:r>
              <a:rPr lang="ru-RU" sz="2800" dirty="0" smtClean="0"/>
              <a:t>Управление </a:t>
            </a:r>
            <a:r>
              <a:rPr lang="ru-RU" sz="2800" dirty="0"/>
              <a:t>содержанием </a:t>
            </a:r>
            <a:r>
              <a:rPr lang="ru-RU" sz="2800" dirty="0" smtClean="0"/>
              <a:t>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07029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6712"/>
            <a:ext cx="9252519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118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44624"/>
            <a:ext cx="8229600" cy="1143000"/>
          </a:xfrm>
        </p:spPr>
        <p:txBody>
          <a:bodyPr/>
          <a:lstStyle/>
          <a:p>
            <a:r>
              <a:rPr lang="ru-RU" b="1" dirty="0"/>
              <a:t>Планирование содержания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222906"/>
            <a:ext cx="8939332" cy="3726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39552" y="6011996"/>
            <a:ext cx="82089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Рис. 2. </a:t>
            </a:r>
            <a:r>
              <a:rPr lang="ru-RU" b="1" dirty="0"/>
              <a:t>Планирование содержания: входы, инструменты и методы, выходы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45054" y="1052736"/>
            <a:ext cx="84261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Определение содержания проекта и управление им оказывает влияние на общую успешность проекта.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893390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Определение содержания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492896"/>
            <a:ext cx="8568952" cy="3571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39552" y="6156012"/>
            <a:ext cx="84249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Рис. 3. </a:t>
            </a:r>
            <a:r>
              <a:rPr lang="ru-RU" b="1" dirty="0"/>
              <a:t>Определение содержания: входы, инструменты и методы, выходы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764704"/>
            <a:ext cx="87849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– </a:t>
            </a:r>
            <a:r>
              <a:rPr lang="ru-RU" sz="2400" dirty="0"/>
              <a:t>это ключевая составляющая успеха проекта; эта подготовка основывается на основных результатах поставки, допущениях и ограничениях, зафиксированных в предварительном описании содержания проекта, составленном при инициации проекта.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58647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-27384"/>
            <a:ext cx="8229600" cy="1143000"/>
          </a:xfrm>
        </p:spPr>
        <p:txBody>
          <a:bodyPr>
            <a:noAutofit/>
          </a:bodyPr>
          <a:lstStyle/>
          <a:p>
            <a:r>
              <a:rPr lang="ru-RU" sz="3600" b="1" dirty="0"/>
              <a:t>Создание иерархической структуры работ (ИСР</a:t>
            </a:r>
            <a:r>
              <a:rPr lang="ru-RU" sz="3600" b="1" dirty="0" smtClean="0"/>
              <a:t>)</a:t>
            </a:r>
            <a:endParaRPr lang="ru-RU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708920"/>
            <a:ext cx="8575048" cy="3574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331640" y="6309320"/>
            <a:ext cx="8280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Рис. 4.  Создание </a:t>
            </a:r>
            <a:r>
              <a:rPr lang="ru-RU" b="1" dirty="0"/>
              <a:t>ИСР: входы, инструменты и методы, выходы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39817" y="1067252"/>
            <a:ext cx="849667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– </a:t>
            </a:r>
            <a:r>
              <a:rPr lang="ru-RU" sz="2400" dirty="0"/>
              <a:t>это согласованная с результатами поставки иерархическая декомпозиция работ, которые команда проекта должно выполнить для достижения целей проекта и создания оговоренных результатов поставки.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97541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143000"/>
          </a:xfrm>
        </p:spPr>
        <p:txBody>
          <a:bodyPr/>
          <a:lstStyle/>
          <a:p>
            <a:r>
              <a:rPr lang="ru-RU" b="1" dirty="0"/>
              <a:t>Подтверждение содержания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534888"/>
            <a:ext cx="8496944" cy="3541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39552" y="6228020"/>
            <a:ext cx="84249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Рис. 5.  </a:t>
            </a:r>
            <a:r>
              <a:rPr lang="ru-RU" b="1" dirty="0"/>
              <a:t>Подтверждение содержания: входы, инструменты и методы, выходы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39552" y="980728"/>
            <a:ext cx="820891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– это формальное принятие участником проекта завершенного содержания проекта и относящихся к нему результатов поставки.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01528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-27384"/>
            <a:ext cx="8229600" cy="1143000"/>
          </a:xfrm>
        </p:spPr>
        <p:txBody>
          <a:bodyPr/>
          <a:lstStyle/>
          <a:p>
            <a:r>
              <a:rPr lang="ru-RU" b="1" dirty="0"/>
              <a:t>Управление содержанием</a:t>
            </a:r>
            <a:endParaRPr lang="ru-RU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564904"/>
            <a:ext cx="8604448" cy="3586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76064" y="6228020"/>
            <a:ext cx="86044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Рис. 6. </a:t>
            </a:r>
            <a:r>
              <a:rPr lang="ru-RU" b="1" dirty="0"/>
              <a:t>Управление содержанием: входы, инструменты и методы, выходы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963885"/>
            <a:ext cx="82797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З</a:t>
            </a:r>
            <a:r>
              <a:rPr lang="ru-RU" sz="2800" dirty="0" smtClean="0"/>
              <a:t>аключается </a:t>
            </a:r>
            <a:r>
              <a:rPr lang="ru-RU" sz="2800" dirty="0"/>
              <a:t>в воздействии на факторы, создающие изменения содержания проекта, и контролировании производимого этими изменениями эффекта.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2768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6712"/>
            <a:ext cx="9252519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738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235</Words>
  <Application>Microsoft Office PowerPoint</Application>
  <PresentationFormat>Экран (4:3)</PresentationFormat>
  <Paragraphs>25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Управление содержанием проекта </vt:lpstr>
      <vt:lpstr>Управление содержанием проекта </vt:lpstr>
      <vt:lpstr>Презентация PowerPoint</vt:lpstr>
      <vt:lpstr>Планирование содержания</vt:lpstr>
      <vt:lpstr>Определение содержания </vt:lpstr>
      <vt:lpstr>Создание иерархической структуры работ (ИСР)</vt:lpstr>
      <vt:lpstr>Подтверждение содержания</vt:lpstr>
      <vt:lpstr>Управление содержанием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содержанием проекта </dc:title>
  <dc:creator>Алексей</dc:creator>
  <cp:lastModifiedBy>Алексей</cp:lastModifiedBy>
  <cp:revision>5</cp:revision>
  <dcterms:created xsi:type="dcterms:W3CDTF">2014-09-25T04:36:05Z</dcterms:created>
  <dcterms:modified xsi:type="dcterms:W3CDTF">2014-09-25T05:21:43Z</dcterms:modified>
</cp:coreProperties>
</file>